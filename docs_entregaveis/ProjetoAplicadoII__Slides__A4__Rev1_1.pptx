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7" r:id="rId3"/>
    <p:sldId id="265" r:id="rId4"/>
    <p:sldId id="284" r:id="rId5"/>
    <p:sldId id="285" r:id="rId6"/>
    <p:sldId id="289" r:id="rId7"/>
    <p:sldId id="286" r:id="rId8"/>
    <p:sldId id="287" r:id="rId9"/>
    <p:sldId id="288" r:id="rId10"/>
    <p:sldId id="281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3837D479-5F41-40D2-A011-068A160216BE}">
          <p14:sldIdLst>
            <p14:sldId id="256"/>
            <p14:sldId id="277"/>
          </p14:sldIdLst>
        </p14:section>
        <p14:section name="Oportunidades no Brasil" id="{ABD236FD-6100-4A45-89A8-6C62A0866C25}">
          <p14:sldIdLst>
            <p14:sldId id="265"/>
            <p14:sldId id="284"/>
          </p14:sldIdLst>
        </p14:section>
        <p14:section name="Sobre a Empresa" id="{2FA6CCD0-191E-4113-8D82-D5BFEBF73583}">
          <p14:sldIdLst>
            <p14:sldId id="285"/>
            <p14:sldId id="289"/>
          </p14:sldIdLst>
        </p14:section>
        <p14:section name="Preparação e a Engenharia de Dados" id="{BE50246D-19EC-4585-85BC-49D7031C2BAE}">
          <p14:sldIdLst>
            <p14:sldId id="286"/>
          </p14:sldIdLst>
        </p14:section>
        <p14:section name="Analise dos Dados" id="{D76A87B2-2E4A-42A3-9B68-AF80E16268F2}">
          <p14:sldIdLst>
            <p14:sldId id="287"/>
          </p14:sldIdLst>
        </p14:section>
        <p14:section name="Resultados" id="{E907946E-BEA9-4C84-9B3A-88EEC31AF271}">
          <p14:sldIdLst>
            <p14:sldId id="288"/>
            <p14:sldId id="281"/>
          </p14:sldIdLst>
        </p14:section>
        <p14:section name="Analise Exploratoria" id="{1BC8D344-429F-4329-B8BC-37D7E3D743A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ACEA7-2931-4DE4-A273-9E5BBD49D66B}" v="47" dt="2025-05-10T22:46:55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484" autoAdjust="0"/>
  </p:normalViewPr>
  <p:slideViewPr>
    <p:cSldViewPr snapToGrid="0">
      <p:cViewPr varScale="1">
        <p:scale>
          <a:sx n="101" d="100"/>
          <a:sy n="101" d="100"/>
        </p:scale>
        <p:origin x="99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a Kazue" userId="c644a3185761317a" providerId="LiveId" clId="{2EEACEA7-2931-4DE4-A273-9E5BBD49D66B}"/>
    <pc:docChg chg="undo custSel addSld delSld modSld addSection modSection modShowInfo">
      <pc:chgData name="Isabela Kazue" userId="c644a3185761317a" providerId="LiveId" clId="{2EEACEA7-2931-4DE4-A273-9E5BBD49D66B}" dt="2025-05-13T22:46:28.375" v="175" actId="17846"/>
      <pc:docMkLst>
        <pc:docMk/>
      </pc:docMkLst>
      <pc:sldChg chg="del modAnim">
        <pc:chgData name="Isabela Kazue" userId="c644a3185761317a" providerId="LiveId" clId="{2EEACEA7-2931-4DE4-A273-9E5BBD49D66B}" dt="2025-05-13T22:32:38.333" v="104" actId="47"/>
        <pc:sldMkLst>
          <pc:docMk/>
          <pc:sldMk cId="962796879" sldId="260"/>
        </pc:sldMkLst>
      </pc:sldChg>
      <pc:sldChg chg="addSp delSp modSp mod delAnim modAnim">
        <pc:chgData name="Isabela Kazue" userId="c644a3185761317a" providerId="LiveId" clId="{2EEACEA7-2931-4DE4-A273-9E5BBD49D66B}" dt="2025-05-13T22:44:16.351" v="122" actId="1076"/>
        <pc:sldMkLst>
          <pc:docMk/>
          <pc:sldMk cId="3685833744" sldId="263"/>
        </pc:sldMkLst>
        <pc:spChg chg="mod">
          <ac:chgData name="Isabela Kazue" userId="c644a3185761317a" providerId="LiveId" clId="{2EEACEA7-2931-4DE4-A273-9E5BBD49D66B}" dt="2025-05-13T22:36:14.707" v="115" actId="1076"/>
          <ac:spMkLst>
            <pc:docMk/>
            <pc:sldMk cId="3685833744" sldId="263"/>
            <ac:spMk id="3" creationId="{A6A89318-EEE4-491C-188E-0BED9440DBF3}"/>
          </ac:spMkLst>
        </pc:spChg>
        <pc:spChg chg="mod">
          <ac:chgData name="Isabela Kazue" userId="c644a3185761317a" providerId="LiveId" clId="{2EEACEA7-2931-4DE4-A273-9E5BBD49D66B}" dt="2025-05-13T22:35:55.099" v="112" actId="14100"/>
          <ac:spMkLst>
            <pc:docMk/>
            <pc:sldMk cId="3685833744" sldId="263"/>
            <ac:spMk id="4" creationId="{21DBD3CB-DB3F-6EFD-C100-909062BEDCD5}"/>
          </ac:spMkLst>
        </pc:spChg>
        <pc:spChg chg="mod">
          <ac:chgData name="Isabela Kazue" userId="c644a3185761317a" providerId="LiveId" clId="{2EEACEA7-2931-4DE4-A273-9E5BBD49D66B}" dt="2025-05-13T22:36:00.564" v="113" actId="1076"/>
          <ac:spMkLst>
            <pc:docMk/>
            <pc:sldMk cId="3685833744" sldId="263"/>
            <ac:spMk id="8" creationId="{2C56CE91-C3D2-B148-6791-1658604E4703}"/>
          </ac:spMkLst>
        </pc:spChg>
        <pc:spChg chg="mod">
          <ac:chgData name="Isabela Kazue" userId="c644a3185761317a" providerId="LiveId" clId="{2EEACEA7-2931-4DE4-A273-9E5BBD49D66B}" dt="2025-05-13T22:36:00.564" v="113" actId="1076"/>
          <ac:spMkLst>
            <pc:docMk/>
            <pc:sldMk cId="3685833744" sldId="263"/>
            <ac:spMk id="9" creationId="{30039A97-DA2D-041C-4891-1AE85F00E9F5}"/>
          </ac:spMkLst>
        </pc:spChg>
        <pc:spChg chg="del">
          <ac:chgData name="Isabela Kazue" userId="c644a3185761317a" providerId="LiveId" clId="{2EEACEA7-2931-4DE4-A273-9E5BBD49D66B}" dt="2025-05-13T22:34:21.129" v="107" actId="478"/>
          <ac:spMkLst>
            <pc:docMk/>
            <pc:sldMk cId="3685833744" sldId="263"/>
            <ac:spMk id="10" creationId="{926922DD-5C06-5408-694F-8AA1BBD514B7}"/>
          </ac:spMkLst>
        </pc:spChg>
        <pc:picChg chg="add mod">
          <ac:chgData name="Isabela Kazue" userId="c644a3185761317a" providerId="LiveId" clId="{2EEACEA7-2931-4DE4-A273-9E5BBD49D66B}" dt="2025-05-13T22:44:16.351" v="122" actId="1076"/>
          <ac:picMkLst>
            <pc:docMk/>
            <pc:sldMk cId="3685833744" sldId="263"/>
            <ac:picMk id="6" creationId="{A35E86A5-2180-CAEB-31AB-5F6E869CCE00}"/>
          </ac:picMkLst>
        </pc:picChg>
      </pc:sldChg>
      <pc:sldChg chg="modAnim">
        <pc:chgData name="Isabela Kazue" userId="c644a3185761317a" providerId="LiveId" clId="{2EEACEA7-2931-4DE4-A273-9E5BBD49D66B}" dt="2025-05-10T22:42:03.907" v="28"/>
        <pc:sldMkLst>
          <pc:docMk/>
          <pc:sldMk cId="4061503409" sldId="265"/>
        </pc:sldMkLst>
      </pc:sldChg>
      <pc:sldChg chg="modSp del mod modAnim">
        <pc:chgData name="Isabela Kazue" userId="c644a3185761317a" providerId="LiveId" clId="{2EEACEA7-2931-4DE4-A273-9E5BBD49D66B}" dt="2025-05-13T22:32:42.334" v="105" actId="47"/>
        <pc:sldMkLst>
          <pc:docMk/>
          <pc:sldMk cId="2469653767" sldId="266"/>
        </pc:sldMkLst>
      </pc:sldChg>
      <pc:sldChg chg="addSp delSp modSp mod modTransition modAnim">
        <pc:chgData name="Isabela Kazue" userId="c644a3185761317a" providerId="LiveId" clId="{2EEACEA7-2931-4DE4-A273-9E5BBD49D66B}" dt="2025-05-10T22:46:55.010" v="72"/>
        <pc:sldMkLst>
          <pc:docMk/>
          <pc:sldMk cId="2389147443" sldId="267"/>
        </pc:sldMkLst>
        <pc:spChg chg="add mod">
          <ac:chgData name="Isabela Kazue" userId="c644a3185761317a" providerId="LiveId" clId="{2EEACEA7-2931-4DE4-A273-9E5BBD49D66B}" dt="2025-05-10T22:46:21.101" v="68" actId="14100"/>
          <ac:spMkLst>
            <pc:docMk/>
            <pc:sldMk cId="2389147443" sldId="267"/>
            <ac:spMk id="3" creationId="{AD3F2216-77B4-9D1E-7BF6-682863D1DBF6}"/>
          </ac:spMkLst>
        </pc:spChg>
        <pc:spChg chg="mod">
          <ac:chgData name="Isabela Kazue" userId="c644a3185761317a" providerId="LiveId" clId="{2EEACEA7-2931-4DE4-A273-9E5BBD49D66B}" dt="2025-05-10T22:45:56.800" v="63" actId="14100"/>
          <ac:spMkLst>
            <pc:docMk/>
            <pc:sldMk cId="2389147443" sldId="267"/>
            <ac:spMk id="8" creationId="{A14701BD-32C3-77DC-CAED-0179A7AAC2C8}"/>
          </ac:spMkLst>
        </pc:spChg>
        <pc:spChg chg="mod">
          <ac:chgData name="Isabela Kazue" userId="c644a3185761317a" providerId="LiveId" clId="{2EEACEA7-2931-4DE4-A273-9E5BBD49D66B}" dt="2025-05-10T22:46:05.537" v="65" actId="1076"/>
          <ac:spMkLst>
            <pc:docMk/>
            <pc:sldMk cId="2389147443" sldId="267"/>
            <ac:spMk id="13" creationId="{DA8074C6-E362-6FB4-F18C-46DDED6E3CF0}"/>
          </ac:spMkLst>
        </pc:spChg>
        <pc:spChg chg="mod">
          <ac:chgData name="Isabela Kazue" userId="c644a3185761317a" providerId="LiveId" clId="{2EEACEA7-2931-4DE4-A273-9E5BBD49D66B}" dt="2025-05-10T22:45:58.702" v="64" actId="14100"/>
          <ac:spMkLst>
            <pc:docMk/>
            <pc:sldMk cId="2389147443" sldId="267"/>
            <ac:spMk id="15" creationId="{154EDF0C-20D5-5C5F-0294-1CC10935B7C1}"/>
          </ac:spMkLst>
        </pc:spChg>
        <pc:picChg chg="mod">
          <ac:chgData name="Isabela Kazue" userId="c644a3185761317a" providerId="LiveId" clId="{2EEACEA7-2931-4DE4-A273-9E5BBD49D66B}" dt="2025-05-10T22:46:05.537" v="65" actId="1076"/>
          <ac:picMkLst>
            <pc:docMk/>
            <pc:sldMk cId="2389147443" sldId="267"/>
            <ac:picMk id="11" creationId="{72E54F6A-DFF9-C851-DD4D-203E9AD85091}"/>
          </ac:picMkLst>
        </pc:picChg>
      </pc:sldChg>
      <pc:sldChg chg="modAnim">
        <pc:chgData name="Isabela Kazue" userId="c644a3185761317a" providerId="LiveId" clId="{2EEACEA7-2931-4DE4-A273-9E5BBD49D66B}" dt="2025-05-10T22:42:42.703" v="35"/>
        <pc:sldMkLst>
          <pc:docMk/>
          <pc:sldMk cId="2328603874" sldId="268"/>
        </pc:sldMkLst>
      </pc:sldChg>
      <pc:sldChg chg="modSp mod modAnim">
        <pc:chgData name="Isabela Kazue" userId="c644a3185761317a" providerId="LiveId" clId="{2EEACEA7-2931-4DE4-A273-9E5BBD49D66B}" dt="2025-05-13T22:29:06.204" v="77" actId="20577"/>
        <pc:sldMkLst>
          <pc:docMk/>
          <pc:sldMk cId="3718306693" sldId="269"/>
        </pc:sldMkLst>
        <pc:spChg chg="mod">
          <ac:chgData name="Isabela Kazue" userId="c644a3185761317a" providerId="LiveId" clId="{2EEACEA7-2931-4DE4-A273-9E5BBD49D66B}" dt="2025-05-13T22:29:06.204" v="77" actId="20577"/>
          <ac:spMkLst>
            <pc:docMk/>
            <pc:sldMk cId="3718306693" sldId="269"/>
            <ac:spMk id="14" creationId="{CB131C1A-3EBF-BC0E-505E-64F5D6C6CA35}"/>
          </ac:spMkLst>
        </pc:spChg>
      </pc:sldChg>
      <pc:sldChg chg="addSp modSp mod modAnim">
        <pc:chgData name="Isabela Kazue" userId="c644a3185761317a" providerId="LiveId" clId="{2EEACEA7-2931-4DE4-A273-9E5BBD49D66B}" dt="2025-05-13T22:31:39.884" v="96" actId="1076"/>
        <pc:sldMkLst>
          <pc:docMk/>
          <pc:sldMk cId="181471229" sldId="270"/>
        </pc:sldMkLst>
        <pc:spChg chg="add mod">
          <ac:chgData name="Isabela Kazue" userId="c644a3185761317a" providerId="LiveId" clId="{2EEACEA7-2931-4DE4-A273-9E5BBD49D66B}" dt="2025-05-13T22:31:02.263" v="95" actId="14100"/>
          <ac:spMkLst>
            <pc:docMk/>
            <pc:sldMk cId="181471229" sldId="270"/>
            <ac:spMk id="2" creationId="{BC7217F9-3C67-3A21-F074-31962C20758B}"/>
          </ac:spMkLst>
        </pc:spChg>
        <pc:spChg chg="mod">
          <ac:chgData name="Isabela Kazue" userId="c644a3185761317a" providerId="LiveId" clId="{2EEACEA7-2931-4DE4-A273-9E5BBD49D66B}" dt="2025-05-13T22:30:15" v="86" actId="1076"/>
          <ac:spMkLst>
            <pc:docMk/>
            <pc:sldMk cId="181471229" sldId="270"/>
            <ac:spMk id="4" creationId="{0F5DA99A-87CF-E0C4-F778-EDC0B6F23D81}"/>
          </ac:spMkLst>
        </pc:spChg>
        <pc:picChg chg="mod">
          <ac:chgData name="Isabela Kazue" userId="c644a3185761317a" providerId="LiveId" clId="{2EEACEA7-2931-4DE4-A273-9E5BBD49D66B}" dt="2025-05-13T22:31:39.884" v="96" actId="1076"/>
          <ac:picMkLst>
            <pc:docMk/>
            <pc:sldMk cId="181471229" sldId="270"/>
            <ac:picMk id="3" creationId="{BD7F063E-E824-1BF7-4E5D-6BECA6025CC2}"/>
          </ac:picMkLst>
        </pc:picChg>
        <pc:picChg chg="add mod">
          <ac:chgData name="Isabela Kazue" userId="c644a3185761317a" providerId="LiveId" clId="{2EEACEA7-2931-4DE4-A273-9E5BBD49D66B}" dt="2025-05-13T22:30:22.525" v="89" actId="1076"/>
          <ac:picMkLst>
            <pc:docMk/>
            <pc:sldMk cId="181471229" sldId="270"/>
            <ac:picMk id="5" creationId="{32A7484D-E836-6D6D-77F5-553743F07DE6}"/>
          </ac:picMkLst>
        </pc:picChg>
        <pc:picChg chg="mod">
          <ac:chgData name="Isabela Kazue" userId="c644a3185761317a" providerId="LiveId" clId="{2EEACEA7-2931-4DE4-A273-9E5BBD49D66B}" dt="2025-05-13T22:30:29.081" v="93" actId="1076"/>
          <ac:picMkLst>
            <pc:docMk/>
            <pc:sldMk cId="181471229" sldId="270"/>
            <ac:picMk id="8" creationId="{D3C804F7-1B12-22B3-643A-22F3F2AD63B5}"/>
          </ac:picMkLst>
        </pc:picChg>
      </pc:sldChg>
      <pc:sldChg chg="modAnim">
        <pc:chgData name="Isabela Kazue" userId="c644a3185761317a" providerId="LiveId" clId="{2EEACEA7-2931-4DE4-A273-9E5BBD49D66B}" dt="2025-05-10T22:44:11.863" v="50"/>
        <pc:sldMkLst>
          <pc:docMk/>
          <pc:sldMk cId="3130864586" sldId="273"/>
        </pc:sldMkLst>
      </pc:sldChg>
      <pc:sldChg chg="del modAnim">
        <pc:chgData name="Isabela Kazue" userId="c644a3185761317a" providerId="LiveId" clId="{2EEACEA7-2931-4DE4-A273-9E5BBD49D66B}" dt="2025-05-13T22:30:35.075" v="94" actId="2696"/>
        <pc:sldMkLst>
          <pc:docMk/>
          <pc:sldMk cId="4231087077" sldId="274"/>
        </pc:sldMkLst>
      </pc:sldChg>
      <pc:sldChg chg="modAnim">
        <pc:chgData name="Isabela Kazue" userId="c644a3185761317a" providerId="LiveId" clId="{2EEACEA7-2931-4DE4-A273-9E5BBD49D66B}" dt="2025-05-10T22:44:04.655" v="49"/>
        <pc:sldMkLst>
          <pc:docMk/>
          <pc:sldMk cId="1580929005" sldId="275"/>
        </pc:sldMkLst>
      </pc:sldChg>
      <pc:sldChg chg="delSp add mod delAnim">
        <pc:chgData name="Isabela Kazue" userId="c644a3185761317a" providerId="LiveId" clId="{2EEACEA7-2931-4DE4-A273-9E5BBD49D66B}" dt="2025-05-13T22:32:01.812" v="103" actId="478"/>
        <pc:sldMkLst>
          <pc:docMk/>
          <pc:sldMk cId="338789665" sldId="278"/>
        </pc:sldMkLst>
        <pc:spChg chg="del">
          <ac:chgData name="Isabela Kazue" userId="c644a3185761317a" providerId="LiveId" clId="{2EEACEA7-2931-4DE4-A273-9E5BBD49D66B}" dt="2025-05-13T22:31:59.475" v="102" actId="478"/>
          <ac:spMkLst>
            <pc:docMk/>
            <pc:sldMk cId="338789665" sldId="278"/>
            <ac:spMk id="5" creationId="{E298C847-89C7-00E2-C817-07C7C4ED8704}"/>
          </ac:spMkLst>
        </pc:spChg>
        <pc:picChg chg="del">
          <ac:chgData name="Isabela Kazue" userId="c644a3185761317a" providerId="LiveId" clId="{2EEACEA7-2931-4DE4-A273-9E5BBD49D66B}" dt="2025-05-13T22:32:01.812" v="103" actId="478"/>
          <ac:picMkLst>
            <pc:docMk/>
            <pc:sldMk cId="338789665" sldId="278"/>
            <ac:picMk id="7" creationId="{499B399E-71B4-6D84-C840-75E3DFCA5467}"/>
          </ac:picMkLst>
        </pc:picChg>
      </pc:sldChg>
      <pc:sldChg chg="delSp add del mod setBg delAnim delDesignElem">
        <pc:chgData name="Isabela Kazue" userId="c644a3185761317a" providerId="LiveId" clId="{2EEACEA7-2931-4DE4-A273-9E5BBD49D66B}" dt="2025-05-13T22:31:54.005" v="100" actId="2696"/>
        <pc:sldMkLst>
          <pc:docMk/>
          <pc:sldMk cId="1219676332" sldId="278"/>
        </pc:sldMkLst>
        <pc:spChg chg="del">
          <ac:chgData name="Isabela Kazue" userId="c644a3185761317a" providerId="LiveId" clId="{2EEACEA7-2931-4DE4-A273-9E5BBD49D66B}" dt="2025-05-13T22:31:44.816" v="98"/>
          <ac:spMkLst>
            <pc:docMk/>
            <pc:sldMk cId="1219676332" sldId="278"/>
            <ac:spMk id="52" creationId="{7624667F-269A-8CA8-9EC1-0B817B9CCE16}"/>
          </ac:spMkLst>
        </pc:spChg>
        <pc:spChg chg="del">
          <ac:chgData name="Isabela Kazue" userId="c644a3185761317a" providerId="LiveId" clId="{2EEACEA7-2931-4DE4-A273-9E5BBD49D66B}" dt="2025-05-13T22:31:44.816" v="98"/>
          <ac:spMkLst>
            <pc:docMk/>
            <pc:sldMk cId="1219676332" sldId="278"/>
            <ac:spMk id="54" creationId="{6AB65E8F-1FDE-779E-C6B1-242490356CF3}"/>
          </ac:spMkLst>
        </pc:spChg>
        <pc:grpChg chg="del">
          <ac:chgData name="Isabela Kazue" userId="c644a3185761317a" providerId="LiveId" clId="{2EEACEA7-2931-4DE4-A273-9E5BBD49D66B}" dt="2025-05-13T22:31:44.816" v="98"/>
          <ac:grpSpMkLst>
            <pc:docMk/>
            <pc:sldMk cId="1219676332" sldId="278"/>
            <ac:grpSpMk id="56" creationId="{79D71749-E137-4DB6-3985-A405A319C367}"/>
          </ac:grpSpMkLst>
        </pc:grpChg>
        <pc:grpChg chg="del">
          <ac:chgData name="Isabela Kazue" userId="c644a3185761317a" providerId="LiveId" clId="{2EEACEA7-2931-4DE4-A273-9E5BBD49D66B}" dt="2025-05-13T22:31:44.816" v="98"/>
          <ac:grpSpMkLst>
            <pc:docMk/>
            <pc:sldMk cId="1219676332" sldId="278"/>
            <ac:grpSpMk id="62" creationId="{47D5F34E-6320-5050-1854-FC79E92A2E5A}"/>
          </ac:grpSpMkLst>
        </pc:grpChg>
        <pc:picChg chg="del">
          <ac:chgData name="Isabela Kazue" userId="c644a3185761317a" providerId="LiveId" clId="{2EEACEA7-2931-4DE4-A273-9E5BBD49D66B}" dt="2025-05-13T22:31:46.639" v="99" actId="478"/>
          <ac:picMkLst>
            <pc:docMk/>
            <pc:sldMk cId="1219676332" sldId="278"/>
            <ac:picMk id="7" creationId="{0311CC19-4D07-271F-7FAB-30F57F26A6C3}"/>
          </ac:picMkLst>
        </pc:picChg>
      </pc:sldChg>
      <pc:sldChg chg="addSp delSp modSp add mod setBg delDesignElem">
        <pc:chgData name="Isabela Kazue" userId="c644a3185761317a" providerId="LiveId" clId="{2EEACEA7-2931-4DE4-A273-9E5BBD49D66B}" dt="2025-05-13T22:45:35.241" v="159" actId="478"/>
        <pc:sldMkLst>
          <pc:docMk/>
          <pc:sldMk cId="3288677255" sldId="279"/>
        </pc:sldMkLst>
        <pc:spChg chg="add del mod">
          <ac:chgData name="Isabela Kazue" userId="c644a3185761317a" providerId="LiveId" clId="{2EEACEA7-2931-4DE4-A273-9E5BBD49D66B}" dt="2025-05-13T22:45:35.241" v="159" actId="478"/>
          <ac:spMkLst>
            <pc:docMk/>
            <pc:sldMk cId="3288677255" sldId="279"/>
            <ac:spMk id="3" creationId="{7B8A8069-2FCB-889D-D783-2DA1326ED893}"/>
          </ac:spMkLst>
        </pc:spChg>
        <pc:spChg chg="mod">
          <ac:chgData name="Isabela Kazue" userId="c644a3185761317a" providerId="LiveId" clId="{2EEACEA7-2931-4DE4-A273-9E5BBD49D66B}" dt="2025-05-13T22:45:29.315" v="157" actId="20577"/>
          <ac:spMkLst>
            <pc:docMk/>
            <pc:sldMk cId="3288677255" sldId="279"/>
            <ac:spMk id="6" creationId="{EA0FA186-0F8C-2E52-52B3-79D4AD46DEB1}"/>
          </ac:spMkLst>
        </pc:spChg>
        <pc:spChg chg="del">
          <ac:chgData name="Isabela Kazue" userId="c644a3185761317a" providerId="LiveId" clId="{2EEACEA7-2931-4DE4-A273-9E5BBD49D66B}" dt="2025-05-13T22:45:32.041" v="158" actId="478"/>
          <ac:spMkLst>
            <pc:docMk/>
            <pc:sldMk cId="3288677255" sldId="279"/>
            <ac:spMk id="7" creationId="{204F632E-61CA-D574-06FB-651F70D9C108}"/>
          </ac:spMkLst>
        </pc:spChg>
        <pc:spChg chg="del">
          <ac:chgData name="Isabela Kazue" userId="c644a3185761317a" providerId="LiveId" clId="{2EEACEA7-2931-4DE4-A273-9E5BBD49D66B}" dt="2025-05-13T22:45:21.726" v="126"/>
          <ac:spMkLst>
            <pc:docMk/>
            <pc:sldMk cId="3288677255" sldId="279"/>
            <ac:spMk id="24" creationId="{D1B088DC-E078-D74C-217A-C384CB473CC5}"/>
          </ac:spMkLst>
        </pc:spChg>
        <pc:spChg chg="del">
          <ac:chgData name="Isabela Kazue" userId="c644a3185761317a" providerId="LiveId" clId="{2EEACEA7-2931-4DE4-A273-9E5BBD49D66B}" dt="2025-05-13T22:45:21.726" v="126"/>
          <ac:spMkLst>
            <pc:docMk/>
            <pc:sldMk cId="3288677255" sldId="279"/>
            <ac:spMk id="26" creationId="{7EA4920D-7EFC-54F8-CC71-9DAA9F961EA0}"/>
          </ac:spMkLst>
        </pc:spChg>
        <pc:spChg chg="del">
          <ac:chgData name="Isabela Kazue" userId="c644a3185761317a" providerId="LiveId" clId="{2EEACEA7-2931-4DE4-A273-9E5BBD49D66B}" dt="2025-05-13T22:45:21.726" v="126"/>
          <ac:spMkLst>
            <pc:docMk/>
            <pc:sldMk cId="3288677255" sldId="279"/>
            <ac:spMk id="28" creationId="{33F456F6-F493-5009-E707-7085BA447343}"/>
          </ac:spMkLst>
        </pc:spChg>
      </pc:sldChg>
      <pc:sldChg chg="new del">
        <pc:chgData name="Isabela Kazue" userId="c644a3185761317a" providerId="LiveId" clId="{2EEACEA7-2931-4DE4-A273-9E5BBD49D66B}" dt="2025-05-13T22:45:53.790" v="165" actId="680"/>
        <pc:sldMkLst>
          <pc:docMk/>
          <pc:sldMk cId="29693845" sldId="280"/>
        </pc:sldMkLst>
      </pc:sldChg>
      <pc:sldChg chg="new del">
        <pc:chgData name="Isabela Kazue" userId="c644a3185761317a" providerId="LiveId" clId="{2EEACEA7-2931-4DE4-A273-9E5BBD49D66B}" dt="2025-05-13T22:46:05.308" v="169" actId="680"/>
        <pc:sldMkLst>
          <pc:docMk/>
          <pc:sldMk cId="1360007712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6929C-E51D-457A-A701-A527D3914BB3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996F7-9214-4E13-A81E-041ABC5804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131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996F7-9214-4E13-A81E-041ABC5804C6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16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FE24E-0A83-8B8F-EA5B-08ADE43ED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19DB10-E107-42C0-EE2B-6E39E25CA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11444-EE21-E99C-8A68-9817013FE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F7E097-7947-6687-F414-EA3A16DA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D4A51-A6B7-EA9C-C279-2B01E591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9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5E35A-C77D-6D51-368A-B4D2B7E8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7483C7-0240-232F-C5C2-DD6366F22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B813D6-F55A-D661-69E6-089490A1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ADABCC-5B4B-C228-D308-053955FE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88DC5C-AFEE-6F14-DAAC-905D5914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64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0AE84-34B5-2D00-970E-8F89FFAE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8CE49E-2837-3CA2-F258-A09D4431D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0C130A-AFF8-27C4-EAD0-A5313A5C9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D9EF75-F7E3-4BE9-BE6E-E2A0FE48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6BCBCB-C9DF-70A1-205A-886E51BB3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103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4E83C-5D40-E841-9766-8461C66D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899140-EB83-BB54-175E-732987505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1CD129-CF0C-755F-AF59-DDFC1E0AD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B63D16-46BB-3DB8-15D0-5E80142F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E6D934-74D1-FCB3-2BAD-5F728445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9B079F-1B84-0BBC-3FF6-AF2431175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318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78B18-D5AF-85D4-3BB1-A5BD37755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F80F62-07EB-4FB6-0A12-DBD1428E2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C2DABD-44BF-ED02-1816-385D3C426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7E39AA-6B96-9383-116A-9074788AA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46B58E6-3F1E-C8C4-30F9-A130DD30C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86867-002C-E935-D155-6B06C1C0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B8844CE-88D5-4DA0-298F-96332ABE1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90EA982-06BA-50E4-2B85-C387A020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66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C40AC-304B-1301-3AE7-A9713DD69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26033F-D28D-4266-4025-64603CCC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96B885-FA86-20CA-4982-0BF89AAE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2720C2-360C-D12F-5D0C-095B1504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70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33F970-6FA2-C3BE-0318-6CCEC2C8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2607511-E32F-8918-2B30-C4E0C45EC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9DF1C4-AE54-5F95-8DD0-9070D0C1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45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FAEEB-FF88-B1C6-C280-512A65A44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36ACC2-7CCB-6618-7441-548970C73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BA7BF-15DC-44B1-34FD-421B18984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C7EA5D-A909-401F-A671-BBF709B2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BCB838-6A9F-6FEE-1791-25D92DE33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EEEA3C-405A-855B-41D7-A6BCFFB5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34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DF1C0-109A-1F99-83FA-8861AEB9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44451E-1BB9-0F27-4890-BE55E3F63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EBE32B-493F-887F-4FA1-0D0B1C913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F88608-6C0C-1C17-0C38-64DBC440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5902B9-1738-2966-B6A6-3B2236952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2A4841-58CD-F7DD-DB54-5C85FBD3C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71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3C3EC-015C-A169-7F91-8049198C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42DB66-B134-EBC7-D832-55BE3B4D1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A7A1FD-D623-154C-97E0-48EEE1B7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0366F7-B304-7A92-E5F8-EA2A20B6B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49BC30-8625-EA96-95AF-CBCE8809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98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03DEA8-6E9C-E1A5-498A-9AD002FB5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991645-919F-DAF3-05E3-42D9C20CF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4D0555-011B-C84E-A88D-3E3C7B35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61607-D7F8-439D-0020-8B1F572E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5716AF-713D-ABDE-02CE-73E07350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984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B7966B6-F87E-A405-979F-CBCCA23F1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D31033-BB75-7160-437A-1FF0EEB65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88775B-1190-3243-A902-E00FFDB55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4D837-86AF-4022-A52F-E2CA92B91DD4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470627-B7DF-757A-1298-CD69E7AC3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E576DE-70FB-156B-D8B1-130FA91BB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A51F3-42EA-4510-932F-3646E10C392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795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314" name="AutoShape 2" descr="Ficheiro:Mackenzie logo.png – Wikipédia, a enciclopédia liv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3316" name="AutoShape 4" descr="Ficheiro:Mackenzie logo.png – Wikipédia, a enciclopédia liv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70D91E0D-36CB-2571-8B42-56A0A51BC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85"/>
            <a:ext cx="12375248" cy="6858000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B91F7173-0788-3D59-601E-B1C149764024}"/>
              </a:ext>
            </a:extLst>
          </p:cNvPr>
          <p:cNvSpPr txBox="1">
            <a:spLocks/>
          </p:cNvSpPr>
          <p:nvPr/>
        </p:nvSpPr>
        <p:spPr>
          <a:xfrm>
            <a:off x="162560" y="304802"/>
            <a:ext cx="11866880" cy="4744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kumimoji="0" lang="pt-BR" sz="4000" b="1" i="0" u="none" strike="noStrike" kern="1200" cap="all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Análise do mercado de IoT no Brasil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B91F7173-0788-3D59-601E-B1C149764024}"/>
              </a:ext>
            </a:extLst>
          </p:cNvPr>
          <p:cNvSpPr txBox="1">
            <a:spLocks/>
          </p:cNvSpPr>
          <p:nvPr/>
        </p:nvSpPr>
        <p:spPr>
          <a:xfrm>
            <a:off x="132080" y="5709920"/>
            <a:ext cx="11866880" cy="7823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Uma análise do mercado de tecnologia com foco em inovação, desenvolvimento de Software, </a:t>
            </a:r>
            <a:r>
              <a:rPr lang="pt-BR" sz="2800" b="1" dirty="0" err="1">
                <a:solidFill>
                  <a:schemeClr val="bg1"/>
                </a:solidFill>
              </a:rPr>
              <a:t>Bigdata</a:t>
            </a:r>
            <a:r>
              <a:rPr lang="pt-BR" sz="2800" b="1" dirty="0">
                <a:solidFill>
                  <a:schemeClr val="bg1"/>
                </a:solidFill>
              </a:rPr>
              <a:t> e manufatura para IoT</a:t>
            </a:r>
          </a:p>
        </p:txBody>
      </p:sp>
    </p:spTree>
    <p:extLst>
      <p:ext uri="{BB962C8B-B14F-4D97-AF65-F5344CB8AC3E}">
        <p14:creationId xmlns:p14="http://schemas.microsoft.com/office/powerpoint/2010/main" val="2314158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50A20-0486-1AA3-77C8-8E653C815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62E669-7774-4EAE-BBCE-F9FFE664D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CD485ED-328F-4350-AB3E-F6EA45149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484" y="837483"/>
            <a:ext cx="10500646" cy="4843095"/>
          </a:xfrm>
          <a:custGeom>
            <a:avLst/>
            <a:gdLst>
              <a:gd name="connsiteX0" fmla="*/ 0 w 10052180"/>
              <a:gd name="connsiteY0" fmla="*/ 0 h 4650769"/>
              <a:gd name="connsiteX1" fmla="*/ 10052180 w 10052180"/>
              <a:gd name="connsiteY1" fmla="*/ 0 h 4650769"/>
              <a:gd name="connsiteX2" fmla="*/ 10052180 w 10052180"/>
              <a:gd name="connsiteY2" fmla="*/ 4571218 h 4650769"/>
              <a:gd name="connsiteX3" fmla="*/ 10050702 w 10052180"/>
              <a:gd name="connsiteY3" fmla="*/ 4571562 h 4650769"/>
              <a:gd name="connsiteX4" fmla="*/ 10001878 w 10052180"/>
              <a:gd name="connsiteY4" fmla="*/ 4572066 h 4650769"/>
              <a:gd name="connsiteX5" fmla="*/ 9969638 w 10052180"/>
              <a:gd name="connsiteY5" fmla="*/ 4575824 h 4650769"/>
              <a:gd name="connsiteX6" fmla="*/ 9864299 w 10052180"/>
              <a:gd name="connsiteY6" fmla="*/ 4580290 h 4650769"/>
              <a:gd name="connsiteX7" fmla="*/ 9796089 w 10052180"/>
              <a:gd name="connsiteY7" fmla="*/ 4591897 h 4650769"/>
              <a:gd name="connsiteX8" fmla="*/ 9658617 w 10052180"/>
              <a:gd name="connsiteY8" fmla="*/ 4628572 h 4650769"/>
              <a:gd name="connsiteX9" fmla="*/ 9605787 w 10052180"/>
              <a:gd name="connsiteY9" fmla="*/ 4633374 h 4650769"/>
              <a:gd name="connsiteX10" fmla="*/ 9408928 w 10052180"/>
              <a:gd name="connsiteY10" fmla="*/ 4634030 h 4650769"/>
              <a:gd name="connsiteX11" fmla="*/ 9290980 w 10052180"/>
              <a:gd name="connsiteY11" fmla="*/ 4628234 h 4650769"/>
              <a:gd name="connsiteX12" fmla="*/ 9195937 w 10052180"/>
              <a:gd name="connsiteY12" fmla="*/ 4629562 h 4650769"/>
              <a:gd name="connsiteX13" fmla="*/ 9091821 w 10052180"/>
              <a:gd name="connsiteY13" fmla="*/ 4619955 h 4650769"/>
              <a:gd name="connsiteX14" fmla="*/ 9005324 w 10052180"/>
              <a:gd name="connsiteY14" fmla="*/ 4627981 h 4650769"/>
              <a:gd name="connsiteX15" fmla="*/ 8911383 w 10052180"/>
              <a:gd name="connsiteY15" fmla="*/ 4634700 h 4650769"/>
              <a:gd name="connsiteX16" fmla="*/ 8853295 w 10052180"/>
              <a:gd name="connsiteY16" fmla="*/ 4644792 h 4650769"/>
              <a:gd name="connsiteX17" fmla="*/ 8813991 w 10052180"/>
              <a:gd name="connsiteY17" fmla="*/ 4634596 h 4650769"/>
              <a:gd name="connsiteX18" fmla="*/ 8687179 w 10052180"/>
              <a:gd name="connsiteY18" fmla="*/ 4588065 h 4650769"/>
              <a:gd name="connsiteX19" fmla="*/ 8623955 w 10052180"/>
              <a:gd name="connsiteY19" fmla="*/ 4578046 h 4650769"/>
              <a:gd name="connsiteX20" fmla="*/ 8622786 w 10052180"/>
              <a:gd name="connsiteY20" fmla="*/ 4577305 h 4650769"/>
              <a:gd name="connsiteX21" fmla="*/ 8600904 w 10052180"/>
              <a:gd name="connsiteY21" fmla="*/ 4582918 h 4650769"/>
              <a:gd name="connsiteX22" fmla="*/ 8433071 w 10052180"/>
              <a:gd name="connsiteY22" fmla="*/ 4606234 h 4650769"/>
              <a:gd name="connsiteX23" fmla="*/ 8318071 w 10052180"/>
              <a:gd name="connsiteY23" fmla="*/ 4586590 h 4650769"/>
              <a:gd name="connsiteX24" fmla="*/ 8242424 w 10052180"/>
              <a:gd name="connsiteY24" fmla="*/ 4566486 h 4650769"/>
              <a:gd name="connsiteX25" fmla="*/ 8193517 w 10052180"/>
              <a:gd name="connsiteY25" fmla="*/ 4551756 h 4650769"/>
              <a:gd name="connsiteX26" fmla="*/ 8156253 w 10052180"/>
              <a:gd name="connsiteY26" fmla="*/ 4539485 h 4650769"/>
              <a:gd name="connsiteX27" fmla="*/ 8105237 w 10052180"/>
              <a:gd name="connsiteY27" fmla="*/ 4530754 h 4650769"/>
              <a:gd name="connsiteX28" fmla="*/ 8012182 w 10052180"/>
              <a:gd name="connsiteY28" fmla="*/ 4569955 h 4650769"/>
              <a:gd name="connsiteX29" fmla="*/ 7873023 w 10052180"/>
              <a:gd name="connsiteY29" fmla="*/ 4594395 h 4650769"/>
              <a:gd name="connsiteX30" fmla="*/ 7766598 w 10052180"/>
              <a:gd name="connsiteY30" fmla="*/ 4583182 h 4650769"/>
              <a:gd name="connsiteX31" fmla="*/ 7739745 w 10052180"/>
              <a:gd name="connsiteY31" fmla="*/ 4588115 h 4650769"/>
              <a:gd name="connsiteX32" fmla="*/ 7616434 w 10052180"/>
              <a:gd name="connsiteY32" fmla="*/ 4564808 h 4650769"/>
              <a:gd name="connsiteX33" fmla="*/ 7431215 w 10052180"/>
              <a:gd name="connsiteY33" fmla="*/ 4552516 h 4650769"/>
              <a:gd name="connsiteX34" fmla="*/ 7237422 w 10052180"/>
              <a:gd name="connsiteY34" fmla="*/ 4498285 h 4650769"/>
              <a:gd name="connsiteX35" fmla="*/ 7011658 w 10052180"/>
              <a:gd name="connsiteY35" fmla="*/ 4451218 h 4650769"/>
              <a:gd name="connsiteX36" fmla="*/ 6867111 w 10052180"/>
              <a:gd name="connsiteY36" fmla="*/ 4419048 h 4650769"/>
              <a:gd name="connsiteX37" fmla="*/ 6712288 w 10052180"/>
              <a:gd name="connsiteY37" fmla="*/ 4430721 h 4650769"/>
              <a:gd name="connsiteX38" fmla="*/ 6543149 w 10052180"/>
              <a:gd name="connsiteY38" fmla="*/ 4429858 h 4650769"/>
              <a:gd name="connsiteX39" fmla="*/ 6393064 w 10052180"/>
              <a:gd name="connsiteY39" fmla="*/ 4406561 h 4650769"/>
              <a:gd name="connsiteX40" fmla="*/ 6303049 w 10052180"/>
              <a:gd name="connsiteY40" fmla="*/ 4399385 h 4650769"/>
              <a:gd name="connsiteX41" fmla="*/ 6268511 w 10052180"/>
              <a:gd name="connsiteY41" fmla="*/ 4407283 h 4650769"/>
              <a:gd name="connsiteX42" fmla="*/ 6220512 w 10052180"/>
              <a:gd name="connsiteY42" fmla="*/ 4411171 h 4650769"/>
              <a:gd name="connsiteX43" fmla="*/ 6135538 w 10052180"/>
              <a:gd name="connsiteY43" fmla="*/ 4426253 h 4650769"/>
              <a:gd name="connsiteX44" fmla="*/ 6031127 w 10052180"/>
              <a:gd name="connsiteY44" fmla="*/ 4420204 h 4650769"/>
              <a:gd name="connsiteX45" fmla="*/ 5969808 w 10052180"/>
              <a:gd name="connsiteY45" fmla="*/ 4408049 h 4650769"/>
              <a:gd name="connsiteX46" fmla="*/ 5944950 w 10052180"/>
              <a:gd name="connsiteY46" fmla="*/ 4393767 h 4650769"/>
              <a:gd name="connsiteX47" fmla="*/ 5509282 w 10052180"/>
              <a:gd name="connsiteY47" fmla="*/ 4393767 h 4650769"/>
              <a:gd name="connsiteX48" fmla="*/ 5488183 w 10052180"/>
              <a:gd name="connsiteY48" fmla="*/ 4398554 h 4650769"/>
              <a:gd name="connsiteX49" fmla="*/ 5481447 w 10052180"/>
              <a:gd name="connsiteY49" fmla="*/ 4395975 h 4650769"/>
              <a:gd name="connsiteX50" fmla="*/ 5473864 w 10052180"/>
              <a:gd name="connsiteY50" fmla="*/ 4393767 h 4650769"/>
              <a:gd name="connsiteX51" fmla="*/ 5441368 w 10052180"/>
              <a:gd name="connsiteY51" fmla="*/ 4393767 h 4650769"/>
              <a:gd name="connsiteX52" fmla="*/ 5427734 w 10052180"/>
              <a:gd name="connsiteY52" fmla="*/ 4401537 h 4650769"/>
              <a:gd name="connsiteX53" fmla="*/ 5412372 w 10052180"/>
              <a:gd name="connsiteY53" fmla="*/ 4394628 h 4650769"/>
              <a:gd name="connsiteX54" fmla="*/ 5412559 w 10052180"/>
              <a:gd name="connsiteY54" fmla="*/ 4393767 h 4650769"/>
              <a:gd name="connsiteX55" fmla="*/ 5182205 w 10052180"/>
              <a:gd name="connsiteY55" fmla="*/ 4393767 h 4650769"/>
              <a:gd name="connsiteX56" fmla="*/ 5167180 w 10052180"/>
              <a:gd name="connsiteY56" fmla="*/ 4401547 h 4650769"/>
              <a:gd name="connsiteX57" fmla="*/ 5116191 w 10052180"/>
              <a:gd name="connsiteY57" fmla="*/ 4410857 h 4650769"/>
              <a:gd name="connsiteX58" fmla="*/ 4978049 w 10052180"/>
              <a:gd name="connsiteY58" fmla="*/ 4444099 h 4650769"/>
              <a:gd name="connsiteX59" fmla="*/ 4918199 w 10052180"/>
              <a:gd name="connsiteY59" fmla="*/ 4475969 h 4650769"/>
              <a:gd name="connsiteX60" fmla="*/ 4819404 w 10052180"/>
              <a:gd name="connsiteY60" fmla="*/ 4498170 h 4650769"/>
              <a:gd name="connsiteX61" fmla="*/ 4748850 w 10052180"/>
              <a:gd name="connsiteY61" fmla="*/ 4510039 h 4650769"/>
              <a:gd name="connsiteX62" fmla="*/ 4728909 w 10052180"/>
              <a:gd name="connsiteY62" fmla="*/ 4533669 h 4650769"/>
              <a:gd name="connsiteX63" fmla="*/ 4728624 w 10052180"/>
              <a:gd name="connsiteY63" fmla="*/ 4534109 h 4650769"/>
              <a:gd name="connsiteX64" fmla="*/ 4685733 w 10052180"/>
              <a:gd name="connsiteY64" fmla="*/ 4537269 h 4650769"/>
              <a:gd name="connsiteX65" fmla="*/ 4591811 w 10052180"/>
              <a:gd name="connsiteY65" fmla="*/ 4562739 h 4650769"/>
              <a:gd name="connsiteX66" fmla="*/ 4562217 w 10052180"/>
              <a:gd name="connsiteY66" fmla="*/ 4569392 h 4650769"/>
              <a:gd name="connsiteX67" fmla="*/ 4546453 w 10052180"/>
              <a:gd name="connsiteY67" fmla="*/ 4575327 h 4650769"/>
              <a:gd name="connsiteX68" fmla="*/ 4522757 w 10052180"/>
              <a:gd name="connsiteY68" fmla="*/ 4559783 h 4650769"/>
              <a:gd name="connsiteX69" fmla="*/ 4493193 w 10052180"/>
              <a:gd name="connsiteY69" fmla="*/ 4566418 h 4650769"/>
              <a:gd name="connsiteX70" fmla="*/ 4486309 w 10052180"/>
              <a:gd name="connsiteY70" fmla="*/ 4568571 h 4650769"/>
              <a:gd name="connsiteX71" fmla="*/ 4434522 w 10052180"/>
              <a:gd name="connsiteY71" fmla="*/ 4553363 h 4650769"/>
              <a:gd name="connsiteX72" fmla="*/ 4429460 w 10052180"/>
              <a:gd name="connsiteY72" fmla="*/ 4547302 h 4650769"/>
              <a:gd name="connsiteX73" fmla="*/ 4403505 w 10052180"/>
              <a:gd name="connsiteY73" fmla="*/ 4544604 h 4650769"/>
              <a:gd name="connsiteX74" fmla="*/ 4400557 w 10052180"/>
              <a:gd name="connsiteY74" fmla="*/ 4546201 h 4650769"/>
              <a:gd name="connsiteX75" fmla="*/ 4379030 w 10052180"/>
              <a:gd name="connsiteY75" fmla="*/ 4536886 h 4650769"/>
              <a:gd name="connsiteX76" fmla="*/ 4292758 w 10052180"/>
              <a:gd name="connsiteY76" fmla="*/ 4520332 h 4650769"/>
              <a:gd name="connsiteX77" fmla="*/ 4126934 w 10052180"/>
              <a:gd name="connsiteY77" fmla="*/ 4511325 h 4650769"/>
              <a:gd name="connsiteX78" fmla="*/ 3954199 w 10052180"/>
              <a:gd name="connsiteY78" fmla="*/ 4486409 h 4650769"/>
              <a:gd name="connsiteX79" fmla="*/ 3790501 w 10052180"/>
              <a:gd name="connsiteY79" fmla="*/ 4495445 h 4650769"/>
              <a:gd name="connsiteX80" fmla="*/ 3492963 w 10052180"/>
              <a:gd name="connsiteY80" fmla="*/ 4468480 h 4650769"/>
              <a:gd name="connsiteX81" fmla="*/ 3390904 w 10052180"/>
              <a:gd name="connsiteY81" fmla="*/ 4465867 h 4650769"/>
              <a:gd name="connsiteX82" fmla="*/ 3322528 w 10052180"/>
              <a:gd name="connsiteY82" fmla="*/ 4464799 h 4650769"/>
              <a:gd name="connsiteX83" fmla="*/ 3317795 w 10052180"/>
              <a:gd name="connsiteY83" fmla="*/ 4467272 h 4650769"/>
              <a:gd name="connsiteX84" fmla="*/ 3298702 w 10052180"/>
              <a:gd name="connsiteY84" fmla="*/ 4468689 h 4650769"/>
              <a:gd name="connsiteX85" fmla="*/ 3293503 w 10052180"/>
              <a:gd name="connsiteY85" fmla="*/ 4479690 h 4650769"/>
              <a:gd name="connsiteX86" fmla="*/ 3229705 w 10052180"/>
              <a:gd name="connsiteY86" fmla="*/ 4489069 h 4650769"/>
              <a:gd name="connsiteX87" fmla="*/ 3076109 w 10052180"/>
              <a:gd name="connsiteY87" fmla="*/ 4492987 h 4650769"/>
              <a:gd name="connsiteX88" fmla="*/ 2962379 w 10052180"/>
              <a:gd name="connsiteY88" fmla="*/ 4474229 h 4650769"/>
              <a:gd name="connsiteX89" fmla="*/ 2924375 w 10052180"/>
              <a:gd name="connsiteY89" fmla="*/ 4484334 h 4650769"/>
              <a:gd name="connsiteX90" fmla="*/ 2871297 w 10052180"/>
              <a:gd name="connsiteY90" fmla="*/ 4491313 h 4650769"/>
              <a:gd name="connsiteX91" fmla="*/ 2700663 w 10052180"/>
              <a:gd name="connsiteY91" fmla="*/ 4485036 h 4650769"/>
              <a:gd name="connsiteX92" fmla="*/ 2560084 w 10052180"/>
              <a:gd name="connsiteY92" fmla="*/ 4489523 h 4650769"/>
              <a:gd name="connsiteX93" fmla="*/ 2479658 w 10052180"/>
              <a:gd name="connsiteY93" fmla="*/ 4499250 h 4650769"/>
              <a:gd name="connsiteX94" fmla="*/ 2309526 w 10052180"/>
              <a:gd name="connsiteY94" fmla="*/ 4471569 h 4650769"/>
              <a:gd name="connsiteX95" fmla="*/ 2143849 w 10052180"/>
              <a:gd name="connsiteY95" fmla="*/ 4458678 h 4650769"/>
              <a:gd name="connsiteX96" fmla="*/ 2054460 w 10052180"/>
              <a:gd name="connsiteY96" fmla="*/ 4444435 h 4650769"/>
              <a:gd name="connsiteX97" fmla="*/ 1875690 w 10052180"/>
              <a:gd name="connsiteY97" fmla="*/ 4462877 h 4650769"/>
              <a:gd name="connsiteX98" fmla="*/ 1829588 w 10052180"/>
              <a:gd name="connsiteY98" fmla="*/ 4463680 h 4650769"/>
              <a:gd name="connsiteX99" fmla="*/ 1729685 w 10052180"/>
              <a:gd name="connsiteY99" fmla="*/ 4483196 h 4650769"/>
              <a:gd name="connsiteX100" fmla="*/ 1672107 w 10052180"/>
              <a:gd name="connsiteY100" fmla="*/ 4487209 h 4650769"/>
              <a:gd name="connsiteX101" fmla="*/ 1514794 w 10052180"/>
              <a:gd name="connsiteY101" fmla="*/ 4506035 h 4650769"/>
              <a:gd name="connsiteX102" fmla="*/ 1375355 w 10052180"/>
              <a:gd name="connsiteY102" fmla="*/ 4535286 h 4650769"/>
              <a:gd name="connsiteX103" fmla="*/ 1281723 w 10052180"/>
              <a:gd name="connsiteY103" fmla="*/ 4557767 h 4650769"/>
              <a:gd name="connsiteX104" fmla="*/ 1152251 w 10052180"/>
              <a:gd name="connsiteY104" fmla="*/ 4596280 h 4650769"/>
              <a:gd name="connsiteX105" fmla="*/ 1112386 w 10052180"/>
              <a:gd name="connsiteY105" fmla="*/ 4603999 h 4650769"/>
              <a:gd name="connsiteX106" fmla="*/ 1055042 w 10052180"/>
              <a:gd name="connsiteY106" fmla="*/ 4590297 h 4650769"/>
              <a:gd name="connsiteX107" fmla="*/ 961705 w 10052180"/>
              <a:gd name="connsiteY107" fmla="*/ 4577719 h 4650769"/>
              <a:gd name="connsiteX108" fmla="*/ 875879 w 10052180"/>
              <a:gd name="connsiteY108" fmla="*/ 4564303 h 4650769"/>
              <a:gd name="connsiteX109" fmla="*/ 771366 w 10052180"/>
              <a:gd name="connsiteY109" fmla="*/ 4567383 h 4650769"/>
              <a:gd name="connsiteX110" fmla="*/ 676592 w 10052180"/>
              <a:gd name="connsiteY110" fmla="*/ 4560117 h 4650769"/>
              <a:gd name="connsiteX111" fmla="*/ 558512 w 10052180"/>
              <a:gd name="connsiteY111" fmla="*/ 4558530 h 4650769"/>
              <a:gd name="connsiteX112" fmla="*/ 362079 w 10052180"/>
              <a:gd name="connsiteY112" fmla="*/ 4545572 h 4650769"/>
              <a:gd name="connsiteX113" fmla="*/ 309653 w 10052180"/>
              <a:gd name="connsiteY113" fmla="*/ 4537476 h 4650769"/>
              <a:gd name="connsiteX114" fmla="*/ 174742 w 10052180"/>
              <a:gd name="connsiteY114" fmla="*/ 4492281 h 4650769"/>
              <a:gd name="connsiteX115" fmla="*/ 107390 w 10052180"/>
              <a:gd name="connsiteY115" fmla="*/ 4476433 h 4650769"/>
              <a:gd name="connsiteX116" fmla="*/ 2537 w 10052180"/>
              <a:gd name="connsiteY116" fmla="*/ 4465393 h 4650769"/>
              <a:gd name="connsiteX117" fmla="*/ 0 w 10052180"/>
              <a:gd name="connsiteY117" fmla="*/ 4463105 h 4650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0052180" h="4650769">
                <a:moveTo>
                  <a:pt x="0" y="0"/>
                </a:moveTo>
                <a:lnTo>
                  <a:pt x="10052180" y="0"/>
                </a:lnTo>
                <a:lnTo>
                  <a:pt x="10052180" y="4571218"/>
                </a:lnTo>
                <a:lnTo>
                  <a:pt x="10050702" y="4571562"/>
                </a:lnTo>
                <a:cubicBezTo>
                  <a:pt x="10033695" y="4573943"/>
                  <a:pt x="10017259" y="4574375"/>
                  <a:pt x="10001878" y="4572066"/>
                </a:cubicBezTo>
                <a:cubicBezTo>
                  <a:pt x="9987347" y="4562370"/>
                  <a:pt x="9978539" y="4560848"/>
                  <a:pt x="9969638" y="4575824"/>
                </a:cubicBezTo>
                <a:cubicBezTo>
                  <a:pt x="9931111" y="4571506"/>
                  <a:pt x="9885705" y="4604598"/>
                  <a:pt x="9864299" y="4580290"/>
                </a:cubicBezTo>
                <a:cubicBezTo>
                  <a:pt x="9860644" y="4614890"/>
                  <a:pt x="9811449" y="4560843"/>
                  <a:pt x="9796089" y="4591897"/>
                </a:cubicBezTo>
                <a:cubicBezTo>
                  <a:pt x="9744340" y="4604414"/>
                  <a:pt x="9702353" y="4613016"/>
                  <a:pt x="9658617" y="4628572"/>
                </a:cubicBezTo>
                <a:cubicBezTo>
                  <a:pt x="9625107" y="4639733"/>
                  <a:pt x="9621223" y="4635658"/>
                  <a:pt x="9605787" y="4633374"/>
                </a:cubicBezTo>
                <a:cubicBezTo>
                  <a:pt x="9564172" y="4634284"/>
                  <a:pt x="9459602" y="4639135"/>
                  <a:pt x="9408928" y="4634030"/>
                </a:cubicBezTo>
                <a:cubicBezTo>
                  <a:pt x="9373936" y="4630911"/>
                  <a:pt x="9320962" y="4677031"/>
                  <a:pt x="9290980" y="4628234"/>
                </a:cubicBezTo>
                <a:cubicBezTo>
                  <a:pt x="9269062" y="4638218"/>
                  <a:pt x="9223761" y="4630232"/>
                  <a:pt x="9195937" y="4629562"/>
                </a:cubicBezTo>
                <a:cubicBezTo>
                  <a:pt x="9143088" y="4610116"/>
                  <a:pt x="9133223" y="4633821"/>
                  <a:pt x="9091821" y="4619955"/>
                </a:cubicBezTo>
                <a:cubicBezTo>
                  <a:pt x="9032935" y="4627891"/>
                  <a:pt x="9027183" y="4624471"/>
                  <a:pt x="9005324" y="4627981"/>
                </a:cubicBezTo>
                <a:cubicBezTo>
                  <a:pt x="8967164" y="4640966"/>
                  <a:pt x="8953005" y="4638659"/>
                  <a:pt x="8911383" y="4634700"/>
                </a:cubicBezTo>
                <a:cubicBezTo>
                  <a:pt x="8910140" y="4622209"/>
                  <a:pt x="8861731" y="4642891"/>
                  <a:pt x="8853295" y="4644792"/>
                </a:cubicBezTo>
                <a:cubicBezTo>
                  <a:pt x="8855383" y="4637166"/>
                  <a:pt x="8821677" y="4629387"/>
                  <a:pt x="8813991" y="4634596"/>
                </a:cubicBezTo>
                <a:cubicBezTo>
                  <a:pt x="8714011" y="4640974"/>
                  <a:pt x="8735462" y="4587278"/>
                  <a:pt x="8687179" y="4588065"/>
                </a:cubicBezTo>
                <a:cubicBezTo>
                  <a:pt x="8647941" y="4587885"/>
                  <a:pt x="8644846" y="4590573"/>
                  <a:pt x="8623955" y="4578046"/>
                </a:cubicBezTo>
                <a:lnTo>
                  <a:pt x="8622786" y="4577305"/>
                </a:lnTo>
                <a:lnTo>
                  <a:pt x="8600904" y="4582918"/>
                </a:lnTo>
                <a:cubicBezTo>
                  <a:pt x="8551179" y="4589770"/>
                  <a:pt x="8503007" y="4582778"/>
                  <a:pt x="8433071" y="4606234"/>
                </a:cubicBezTo>
                <a:cubicBezTo>
                  <a:pt x="8391517" y="4597543"/>
                  <a:pt x="8356812" y="4603351"/>
                  <a:pt x="8318071" y="4586590"/>
                </a:cubicBezTo>
                <a:cubicBezTo>
                  <a:pt x="8301780" y="4574528"/>
                  <a:pt x="8258966" y="4594748"/>
                  <a:pt x="8242424" y="4566486"/>
                </a:cubicBezTo>
                <a:cubicBezTo>
                  <a:pt x="8237603" y="4584126"/>
                  <a:pt x="8200783" y="4561583"/>
                  <a:pt x="8193517" y="4551756"/>
                </a:cubicBezTo>
                <a:cubicBezTo>
                  <a:pt x="8181915" y="4557821"/>
                  <a:pt x="8167403" y="4540618"/>
                  <a:pt x="8156253" y="4539485"/>
                </a:cubicBezTo>
                <a:cubicBezTo>
                  <a:pt x="8141597" y="4496572"/>
                  <a:pt x="8127998" y="4557617"/>
                  <a:pt x="8105237" y="4530754"/>
                </a:cubicBezTo>
                <a:cubicBezTo>
                  <a:pt x="8091039" y="4542025"/>
                  <a:pt x="8045973" y="4563365"/>
                  <a:pt x="8012182" y="4569955"/>
                </a:cubicBezTo>
                <a:cubicBezTo>
                  <a:pt x="7945237" y="4585532"/>
                  <a:pt x="7935255" y="4616038"/>
                  <a:pt x="7873023" y="4594395"/>
                </a:cubicBezTo>
                <a:cubicBezTo>
                  <a:pt x="7859384" y="4618199"/>
                  <a:pt x="7761094" y="4535441"/>
                  <a:pt x="7766598" y="4583182"/>
                </a:cubicBezTo>
                <a:cubicBezTo>
                  <a:pt x="7745587" y="4577284"/>
                  <a:pt x="7733182" y="4556528"/>
                  <a:pt x="7739745" y="4588115"/>
                </a:cubicBezTo>
                <a:lnTo>
                  <a:pt x="7616434" y="4564808"/>
                </a:lnTo>
                <a:cubicBezTo>
                  <a:pt x="7546376" y="4561257"/>
                  <a:pt x="7499612" y="4575632"/>
                  <a:pt x="7431215" y="4552516"/>
                </a:cubicBezTo>
                <a:cubicBezTo>
                  <a:pt x="7362500" y="4539342"/>
                  <a:pt x="7331229" y="4514002"/>
                  <a:pt x="7237422" y="4498285"/>
                </a:cubicBezTo>
                <a:cubicBezTo>
                  <a:pt x="7171877" y="4484375"/>
                  <a:pt x="7080174" y="4453116"/>
                  <a:pt x="7011658" y="4451218"/>
                </a:cubicBezTo>
                <a:cubicBezTo>
                  <a:pt x="6935893" y="4414558"/>
                  <a:pt x="6950516" y="4446303"/>
                  <a:pt x="6867111" y="4419048"/>
                </a:cubicBezTo>
                <a:cubicBezTo>
                  <a:pt x="6820640" y="4462144"/>
                  <a:pt x="6759791" y="4426229"/>
                  <a:pt x="6712288" y="4430721"/>
                </a:cubicBezTo>
                <a:cubicBezTo>
                  <a:pt x="6658294" y="4432523"/>
                  <a:pt x="6596353" y="4433885"/>
                  <a:pt x="6543149" y="4429858"/>
                </a:cubicBezTo>
                <a:cubicBezTo>
                  <a:pt x="6505785" y="4400413"/>
                  <a:pt x="6438998" y="4445436"/>
                  <a:pt x="6393064" y="4406561"/>
                </a:cubicBezTo>
                <a:cubicBezTo>
                  <a:pt x="6375470" y="4396073"/>
                  <a:pt x="6316748" y="4386920"/>
                  <a:pt x="6303049" y="4399385"/>
                </a:cubicBezTo>
                <a:cubicBezTo>
                  <a:pt x="6290271" y="4400402"/>
                  <a:pt x="6276955" y="4392864"/>
                  <a:pt x="6268511" y="4407283"/>
                </a:cubicBezTo>
                <a:cubicBezTo>
                  <a:pt x="6255819" y="4424201"/>
                  <a:pt x="6218422" y="4388280"/>
                  <a:pt x="6220512" y="4411171"/>
                </a:cubicBezTo>
                <a:cubicBezTo>
                  <a:pt x="6193829" y="4386375"/>
                  <a:pt x="6162713" y="4421037"/>
                  <a:pt x="6135538" y="4426253"/>
                </a:cubicBezTo>
                <a:cubicBezTo>
                  <a:pt x="6115250" y="4402715"/>
                  <a:pt x="6087532" y="4424859"/>
                  <a:pt x="6031127" y="4420204"/>
                </a:cubicBezTo>
                <a:cubicBezTo>
                  <a:pt x="6014546" y="4399963"/>
                  <a:pt x="5996210" y="4415252"/>
                  <a:pt x="5969808" y="4408049"/>
                </a:cubicBezTo>
                <a:lnTo>
                  <a:pt x="5944950" y="4393767"/>
                </a:lnTo>
                <a:lnTo>
                  <a:pt x="5509282" y="4393767"/>
                </a:lnTo>
                <a:lnTo>
                  <a:pt x="5488183" y="4398554"/>
                </a:lnTo>
                <a:lnTo>
                  <a:pt x="5481447" y="4395975"/>
                </a:lnTo>
                <a:lnTo>
                  <a:pt x="5473864" y="4393767"/>
                </a:lnTo>
                <a:lnTo>
                  <a:pt x="5441368" y="4393767"/>
                </a:lnTo>
                <a:lnTo>
                  <a:pt x="5427734" y="4401537"/>
                </a:lnTo>
                <a:cubicBezTo>
                  <a:pt x="5424659" y="4397308"/>
                  <a:pt x="5420116" y="4394509"/>
                  <a:pt x="5412372" y="4394628"/>
                </a:cubicBezTo>
                <a:lnTo>
                  <a:pt x="5412559" y="4393767"/>
                </a:lnTo>
                <a:lnTo>
                  <a:pt x="5182205" y="4393767"/>
                </a:lnTo>
                <a:lnTo>
                  <a:pt x="5167180" y="4401547"/>
                </a:lnTo>
                <a:cubicBezTo>
                  <a:pt x="5145322" y="4388995"/>
                  <a:pt x="5130136" y="4396666"/>
                  <a:pt x="5116191" y="4410857"/>
                </a:cubicBezTo>
                <a:cubicBezTo>
                  <a:pt x="5069121" y="4410132"/>
                  <a:pt x="5029330" y="4432817"/>
                  <a:pt x="4978049" y="4444099"/>
                </a:cubicBezTo>
                <a:cubicBezTo>
                  <a:pt x="4921746" y="4464946"/>
                  <a:pt x="4952787" y="4460274"/>
                  <a:pt x="4918199" y="4475969"/>
                </a:cubicBezTo>
                <a:lnTo>
                  <a:pt x="4819404" y="4498170"/>
                </a:lnTo>
                <a:lnTo>
                  <a:pt x="4748850" y="4510039"/>
                </a:lnTo>
                <a:lnTo>
                  <a:pt x="4728909" y="4533669"/>
                </a:lnTo>
                <a:lnTo>
                  <a:pt x="4728624" y="4534109"/>
                </a:lnTo>
                <a:lnTo>
                  <a:pt x="4685733" y="4537269"/>
                </a:lnTo>
                <a:cubicBezTo>
                  <a:pt x="4662932" y="4542040"/>
                  <a:pt x="4617689" y="4556675"/>
                  <a:pt x="4591811" y="4562739"/>
                </a:cubicBezTo>
                <a:cubicBezTo>
                  <a:pt x="4568298" y="4558219"/>
                  <a:pt x="4553786" y="4538337"/>
                  <a:pt x="4562217" y="4569392"/>
                </a:cubicBezTo>
                <a:cubicBezTo>
                  <a:pt x="4554496" y="4568788"/>
                  <a:pt x="4549787" y="4571298"/>
                  <a:pt x="4546453" y="4575327"/>
                </a:cubicBezTo>
                <a:lnTo>
                  <a:pt x="4522757" y="4559783"/>
                </a:lnTo>
                <a:lnTo>
                  <a:pt x="4493193" y="4566418"/>
                </a:lnTo>
                <a:lnTo>
                  <a:pt x="4486309" y="4568571"/>
                </a:lnTo>
                <a:lnTo>
                  <a:pt x="4434522" y="4553363"/>
                </a:lnTo>
                <a:lnTo>
                  <a:pt x="4429460" y="4547302"/>
                </a:lnTo>
                <a:cubicBezTo>
                  <a:pt x="4424037" y="4543565"/>
                  <a:pt x="4416331" y="4541821"/>
                  <a:pt x="4403505" y="4544604"/>
                </a:cubicBezTo>
                <a:lnTo>
                  <a:pt x="4400557" y="4546201"/>
                </a:lnTo>
                <a:lnTo>
                  <a:pt x="4379030" y="4536886"/>
                </a:lnTo>
                <a:cubicBezTo>
                  <a:pt x="4372078" y="4532654"/>
                  <a:pt x="4297808" y="4527155"/>
                  <a:pt x="4292758" y="4520332"/>
                </a:cubicBezTo>
                <a:cubicBezTo>
                  <a:pt x="4211493" y="4536974"/>
                  <a:pt x="4205812" y="4507045"/>
                  <a:pt x="4126934" y="4511325"/>
                </a:cubicBezTo>
                <a:cubicBezTo>
                  <a:pt x="4058483" y="4465563"/>
                  <a:pt x="4015465" y="4493211"/>
                  <a:pt x="3954199" y="4486409"/>
                </a:cubicBezTo>
                <a:cubicBezTo>
                  <a:pt x="3895850" y="4481584"/>
                  <a:pt x="3868881" y="4496263"/>
                  <a:pt x="3790501" y="4495445"/>
                </a:cubicBezTo>
                <a:cubicBezTo>
                  <a:pt x="3707431" y="4485284"/>
                  <a:pt x="3586435" y="4490248"/>
                  <a:pt x="3492963" y="4468480"/>
                </a:cubicBezTo>
                <a:cubicBezTo>
                  <a:pt x="3419549" y="4461359"/>
                  <a:pt x="3419311" y="4466480"/>
                  <a:pt x="3390904" y="4465867"/>
                </a:cubicBezTo>
                <a:cubicBezTo>
                  <a:pt x="3381467" y="4468795"/>
                  <a:pt x="3331557" y="4460030"/>
                  <a:pt x="3322528" y="4464799"/>
                </a:cubicBezTo>
                <a:lnTo>
                  <a:pt x="3317795" y="4467272"/>
                </a:lnTo>
                <a:lnTo>
                  <a:pt x="3298702" y="4468689"/>
                </a:lnTo>
                <a:lnTo>
                  <a:pt x="3293503" y="4479690"/>
                </a:lnTo>
                <a:lnTo>
                  <a:pt x="3229705" y="4489069"/>
                </a:lnTo>
                <a:cubicBezTo>
                  <a:pt x="3187202" y="4462144"/>
                  <a:pt x="3151062" y="4494035"/>
                  <a:pt x="3076109" y="4492987"/>
                </a:cubicBezTo>
                <a:cubicBezTo>
                  <a:pt x="3056222" y="4483674"/>
                  <a:pt x="2977114" y="4460921"/>
                  <a:pt x="2962379" y="4474229"/>
                </a:cubicBezTo>
                <a:cubicBezTo>
                  <a:pt x="2948249" y="4476071"/>
                  <a:pt x="2933210" y="4469418"/>
                  <a:pt x="2924375" y="4484334"/>
                </a:cubicBezTo>
                <a:cubicBezTo>
                  <a:pt x="2910921" y="4502015"/>
                  <a:pt x="2868144" y="4468636"/>
                  <a:pt x="2871297" y="4491313"/>
                </a:cubicBezTo>
                <a:cubicBezTo>
                  <a:pt x="2834012" y="4491430"/>
                  <a:pt x="2752532" y="4485335"/>
                  <a:pt x="2700663" y="4485036"/>
                </a:cubicBezTo>
                <a:cubicBezTo>
                  <a:pt x="2675164" y="4459571"/>
                  <a:pt x="2600340" y="4494322"/>
                  <a:pt x="2560084" y="4489523"/>
                </a:cubicBezTo>
                <a:cubicBezTo>
                  <a:pt x="2524760" y="4491171"/>
                  <a:pt x="2521424" y="4504416"/>
                  <a:pt x="2479658" y="4499250"/>
                </a:cubicBezTo>
                <a:cubicBezTo>
                  <a:pt x="2405210" y="4494755"/>
                  <a:pt x="2378207" y="4484444"/>
                  <a:pt x="2309526" y="4471569"/>
                </a:cubicBezTo>
                <a:cubicBezTo>
                  <a:pt x="2231692" y="4461873"/>
                  <a:pt x="2230867" y="4475023"/>
                  <a:pt x="2143849" y="4458678"/>
                </a:cubicBezTo>
                <a:cubicBezTo>
                  <a:pt x="2123776" y="4453795"/>
                  <a:pt x="2075082" y="4453878"/>
                  <a:pt x="2054460" y="4444435"/>
                </a:cubicBezTo>
                <a:cubicBezTo>
                  <a:pt x="2025665" y="4449526"/>
                  <a:pt x="1907402" y="4455434"/>
                  <a:pt x="1875690" y="4462877"/>
                </a:cubicBezTo>
                <a:cubicBezTo>
                  <a:pt x="1830650" y="4467513"/>
                  <a:pt x="1869806" y="4459610"/>
                  <a:pt x="1829588" y="4463680"/>
                </a:cubicBezTo>
                <a:cubicBezTo>
                  <a:pt x="1791050" y="4448543"/>
                  <a:pt x="1782985" y="4472982"/>
                  <a:pt x="1729685" y="4483196"/>
                </a:cubicBezTo>
                <a:cubicBezTo>
                  <a:pt x="1707743" y="4468503"/>
                  <a:pt x="1689784" y="4474556"/>
                  <a:pt x="1672107" y="4487209"/>
                </a:cubicBezTo>
                <a:cubicBezTo>
                  <a:pt x="1620500" y="4481667"/>
                  <a:pt x="1573015" y="4500097"/>
                  <a:pt x="1514794" y="4506035"/>
                </a:cubicBezTo>
                <a:cubicBezTo>
                  <a:pt x="1452269" y="4488005"/>
                  <a:pt x="1437575" y="4529096"/>
                  <a:pt x="1375355" y="4535286"/>
                </a:cubicBezTo>
                <a:cubicBezTo>
                  <a:pt x="1321736" y="4564899"/>
                  <a:pt x="1333953" y="4560797"/>
                  <a:pt x="1281723" y="4557767"/>
                </a:cubicBezTo>
                <a:cubicBezTo>
                  <a:pt x="1233584" y="4553963"/>
                  <a:pt x="1251636" y="4608894"/>
                  <a:pt x="1152251" y="4596280"/>
                </a:cubicBezTo>
                <a:cubicBezTo>
                  <a:pt x="1144905" y="4590601"/>
                  <a:pt x="1110779" y="4596258"/>
                  <a:pt x="1112386" y="4603999"/>
                </a:cubicBezTo>
                <a:cubicBezTo>
                  <a:pt x="1104086" y="4601575"/>
                  <a:pt x="1057064" y="4577908"/>
                  <a:pt x="1055042" y="4590297"/>
                </a:cubicBezTo>
                <a:cubicBezTo>
                  <a:pt x="1013255" y="4591647"/>
                  <a:pt x="998979" y="4593064"/>
                  <a:pt x="961705" y="4577719"/>
                </a:cubicBezTo>
                <a:cubicBezTo>
                  <a:pt x="940108" y="4572850"/>
                  <a:pt x="934154" y="4575904"/>
                  <a:pt x="875879" y="4564303"/>
                </a:cubicBezTo>
                <a:cubicBezTo>
                  <a:pt x="833691" y="4575554"/>
                  <a:pt x="825327" y="4551279"/>
                  <a:pt x="771366" y="4567383"/>
                </a:cubicBezTo>
                <a:cubicBezTo>
                  <a:pt x="743555" y="4566313"/>
                  <a:pt x="697843" y="4571452"/>
                  <a:pt x="676592" y="4560117"/>
                </a:cubicBezTo>
                <a:cubicBezTo>
                  <a:pt x="643619" y="4606945"/>
                  <a:pt x="593631" y="4557605"/>
                  <a:pt x="558512" y="4558530"/>
                </a:cubicBezTo>
                <a:cubicBezTo>
                  <a:pt x="507618" y="4560458"/>
                  <a:pt x="403556" y="4549081"/>
                  <a:pt x="362079" y="4545572"/>
                </a:cubicBezTo>
                <a:cubicBezTo>
                  <a:pt x="346531" y="4546886"/>
                  <a:pt x="342400" y="4550710"/>
                  <a:pt x="309653" y="4537476"/>
                </a:cubicBezTo>
                <a:cubicBezTo>
                  <a:pt x="266974" y="4519218"/>
                  <a:pt x="225607" y="4508008"/>
                  <a:pt x="174742" y="4492281"/>
                </a:cubicBezTo>
                <a:cubicBezTo>
                  <a:pt x="161353" y="4460328"/>
                  <a:pt x="108876" y="4511194"/>
                  <a:pt x="107390" y="4476433"/>
                </a:cubicBezTo>
                <a:cubicBezTo>
                  <a:pt x="84507" y="4499356"/>
                  <a:pt x="41258" y="4463491"/>
                  <a:pt x="2537" y="4465393"/>
                </a:cubicBezTo>
                <a:lnTo>
                  <a:pt x="0" y="446310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9AF87AB-9EEC-F3BE-38A8-D78CF169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886129"/>
            <a:ext cx="10220960" cy="1572591"/>
          </a:xfrm>
        </p:spPr>
        <p:txBody>
          <a:bodyPr anchor="b">
            <a:normAutofit/>
          </a:bodyPr>
          <a:lstStyle/>
          <a:p>
            <a:r>
              <a:rPr lang="pt-BR" sz="2000" cap="all" dirty="0"/>
              <a:t>Gustavo Azevedo Gomyde</a:t>
            </a:r>
            <a:br>
              <a:rPr lang="pt-BR" sz="2000" cap="all" dirty="0"/>
            </a:br>
            <a:r>
              <a:rPr lang="pt-BR" sz="2000" cap="all" dirty="0"/>
              <a:t>Gustavo Santiago </a:t>
            </a:r>
            <a:r>
              <a:rPr lang="pt-BR" sz="2000" cap="all" dirty="0" err="1"/>
              <a:t>Zarpelão</a:t>
            </a:r>
            <a:br>
              <a:rPr lang="pt-BR" sz="2000" cap="all" dirty="0"/>
            </a:br>
            <a:r>
              <a:rPr lang="pt-BR" sz="2000" cap="all" dirty="0"/>
              <a:t>Pablo Rodrigo Dias</a:t>
            </a:r>
            <a:br>
              <a:rPr lang="pt-BR" sz="2000" dirty="0"/>
            </a:br>
            <a:r>
              <a:rPr lang="pt-BR" sz="2000" dirty="0"/>
              <a:t>RICARDO DE OLIVEIRA VIEIRA FRANCO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6241474C-4486-B243-88DA-BD018D48C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0" y="3312159"/>
            <a:ext cx="10129520" cy="2008375"/>
          </a:xfrm>
        </p:spPr>
        <p:txBody>
          <a:bodyPr>
            <a:normAutofit/>
          </a:bodyPr>
          <a:lstStyle/>
          <a:p>
            <a:r>
              <a:rPr lang="pt-BR" sz="1800" dirty="0"/>
              <a:t>Artigo apresentado à Universidade Presbiteriana Mackenzie como parte das exigências da matéria de “Projeto Aplicado II” do curso de “Tecnologia em Banco de Dados: Análise, Mineração e Engenharia de Dados” da turma 201825166.000.03A do 2º semestre de 2025.</a:t>
            </a:r>
          </a:p>
          <a:p>
            <a:endParaRPr lang="pt-BR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pt-BR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pt-BR" sz="1800" dirty="0"/>
              <a:t>Docente: Prof. Dr. Anderson </a:t>
            </a:r>
            <a:r>
              <a:rPr lang="pt-BR" sz="1800" dirty="0" err="1"/>
              <a:t>Adaime</a:t>
            </a:r>
            <a:r>
              <a:rPr lang="pt-BR" sz="1800" dirty="0"/>
              <a:t> de Borba</a:t>
            </a:r>
            <a:endParaRPr lang="pt-BR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5353D259-DA18-451D-9A95-02198BF55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546282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895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0E443-383D-33D8-F0F4-12A3D312F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FAF2481E-D111-59F3-ED0F-536162827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7877517-1D6A-3A90-BE18-166B32E65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615FCFC-0371-DA61-87D5-CE5086FED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6D367D6-8208-7A94-898D-CED87E8D7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6F015FB-6208-FE50-5B2D-55A61FD12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A04D22C-ADDE-F598-DC20-18F40A1C67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B116AA1-6C7F-FB12-4C53-7273F1597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9B80686-CF56-CCBA-B5D9-0886654E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E9F4E6E-56BC-18DB-9B04-7118CE29B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E14EB1D-A818-5FF3-81FB-24A5F2970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A096064-5E80-7DD0-DAAA-D2789A182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8C6E3A8-882E-E483-806C-150219BA3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D8F5EA85-B6CF-24A4-44D4-385C682DF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47" y="169164"/>
            <a:ext cx="8367903" cy="6473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cap="all" dirty="0">
                <a:solidFill>
                  <a:schemeClr val="tx2"/>
                </a:solidFill>
                <a:effectLst/>
              </a:rPr>
              <a:t>O </a:t>
            </a:r>
            <a:r>
              <a:rPr lang="en-US" sz="3600" b="1" cap="all" dirty="0" err="1">
                <a:solidFill>
                  <a:schemeClr val="tx2"/>
                </a:solidFill>
                <a:effectLst/>
              </a:rPr>
              <a:t>Brasil</a:t>
            </a:r>
            <a:r>
              <a:rPr lang="en-US" sz="3600" b="1" cap="all" dirty="0">
                <a:solidFill>
                  <a:schemeClr val="tx2"/>
                </a:solidFill>
                <a:effectLst/>
              </a:rPr>
              <a:t> </a:t>
            </a:r>
            <a:r>
              <a:rPr lang="en-US" sz="3600" b="1" cap="all" dirty="0" err="1">
                <a:solidFill>
                  <a:schemeClr val="tx2"/>
                </a:solidFill>
                <a:effectLst/>
              </a:rPr>
              <a:t>em</a:t>
            </a:r>
            <a:r>
              <a:rPr lang="en-US" sz="3600" b="1" cap="all" dirty="0">
                <a:solidFill>
                  <a:schemeClr val="tx2"/>
                </a:solidFill>
                <a:effectLst/>
              </a:rPr>
              <a:t> </a:t>
            </a:r>
            <a:r>
              <a:rPr lang="en-US" sz="3600" b="1" cap="all" dirty="0" err="1">
                <a:solidFill>
                  <a:schemeClr val="tx2"/>
                </a:solidFill>
                <a:effectLst/>
              </a:rPr>
              <a:t>transformação</a:t>
            </a:r>
            <a:endParaRPr lang="en-US" sz="3600" b="1" cap="all" dirty="0">
              <a:solidFill>
                <a:schemeClr val="tx2"/>
              </a:solidFill>
            </a:endParaRPr>
          </a:p>
        </p:txBody>
      </p:sp>
      <p:pic>
        <p:nvPicPr>
          <p:cNvPr id="2" name="Picture 2" descr="Universidade Presbiteriana Mackenzie – Wikipédia, a enciclopédia livre">
            <a:extLst>
              <a:ext uri="{FF2B5EF4-FFF2-40B4-BE49-F238E27FC236}">
                <a16:creationId xmlns:a16="http://schemas.microsoft.com/office/drawing/2014/main" id="{961F6ECE-2205-9588-F1DB-A496CDF3A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848" y="26090"/>
            <a:ext cx="31432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ellphone with buildings and connected dots&#10;&#10;AI-generated content may be incorrect.">
            <a:extLst>
              <a:ext uri="{FF2B5EF4-FFF2-40B4-BE49-F238E27FC236}">
                <a16:creationId xmlns:a16="http://schemas.microsoft.com/office/drawing/2014/main" id="{77A4E569-1E15-1C5C-302B-84520B5D8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172" y="1547193"/>
            <a:ext cx="5544376" cy="4493212"/>
          </a:xfrm>
          <a:prstGeom prst="rect">
            <a:avLst/>
          </a:prstGeom>
        </p:spPr>
      </p:pic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F51ED8C1-3823-A3D7-E97F-975AF7F2E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9848" y="1033453"/>
            <a:ext cx="6472428" cy="3672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pt-BR" sz="1400" dirty="0"/>
              <a:t>No mundo todo, milhares de empresas de tecnologia surgiram, impulsionadas por: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Expansão da banda larga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Cultura de startups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Demanda por soluções digitais</a:t>
            </a:r>
          </a:p>
          <a:p>
            <a:pPr algn="just"/>
            <a:r>
              <a:rPr lang="pt-BR" sz="1400" dirty="0"/>
              <a:t>Cuja os principais impactos econômicos foram: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Inovação como motor de crescimento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Reconfiguração de setores tradicionais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Digitalização acelerada de processos produtivos</a:t>
            </a:r>
          </a:p>
          <a:p>
            <a:pPr algn="just"/>
            <a:endParaRPr lang="pt-BR" sz="1400" dirty="0"/>
          </a:p>
          <a:p>
            <a:pPr algn="just"/>
            <a:r>
              <a:rPr lang="pt-BR" sz="1400" dirty="0"/>
              <a:t>No Brasil isso não foi diferente, pois temos alguns elementos que geram interesse em empresas de fora do pais:</a:t>
            </a:r>
          </a:p>
          <a:p>
            <a:pPr algn="just"/>
            <a:endParaRPr lang="pt-BR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A1F9FF-1BDD-F3DC-B565-378093751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975" y="4597294"/>
            <a:ext cx="5312145" cy="209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03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166C8-6652-8EF6-E681-DCD87219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E1D7D3C5-D7F6-9EE4-EFD5-B87ED711C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B567BF-2398-B9AC-E1BE-0D2C2E312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C829319-CD33-8E24-E05D-C94E53E4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46764A3-3864-AB2B-DBA6-C30FEAFAC3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22636DC-6AE4-BF7D-8A29-0E1730DEE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882BDA1-F5F7-98A6-C9D3-CE560268A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1321550-C1B6-496A-0768-49F06C466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1EB3803-EC28-B555-AA01-4B2B206CB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E3961D0-F2D7-FF6C-F14F-ACAC9F28B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9ACE0E5-8B47-A14F-F593-BB4BF4022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5133379-589D-AF94-E769-909C182B8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E942D89-EBC5-5F13-D429-DC351B893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88EB99B5-039B-97B7-7335-7D150230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47" y="169164"/>
            <a:ext cx="8367903" cy="64730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b="1" cap="all" dirty="0">
                <a:solidFill>
                  <a:schemeClr val="tx2"/>
                </a:solidFill>
              </a:rPr>
              <a:t>Onde </a:t>
            </a:r>
            <a:r>
              <a:rPr lang="en-US" sz="3600" b="1" cap="all" dirty="0" err="1">
                <a:solidFill>
                  <a:schemeClr val="tx2"/>
                </a:solidFill>
              </a:rPr>
              <a:t>estão</a:t>
            </a:r>
            <a:r>
              <a:rPr lang="en-US" sz="3600" b="1" cap="all" dirty="0">
                <a:solidFill>
                  <a:schemeClr val="tx2"/>
                </a:solidFill>
              </a:rPr>
              <a:t> as </a:t>
            </a:r>
            <a:r>
              <a:rPr lang="en-US" sz="3600" b="1" cap="all" dirty="0" err="1">
                <a:solidFill>
                  <a:schemeClr val="tx2"/>
                </a:solidFill>
              </a:rPr>
              <a:t>oportunidades</a:t>
            </a:r>
            <a:r>
              <a:rPr lang="en-US" sz="3600" b="1" cap="all" dirty="0">
                <a:solidFill>
                  <a:schemeClr val="tx2"/>
                </a:solidFill>
              </a:rPr>
              <a:t> reais ?</a:t>
            </a:r>
          </a:p>
        </p:txBody>
      </p:sp>
      <p:pic>
        <p:nvPicPr>
          <p:cNvPr id="2" name="Picture 2" descr="Universidade Presbiteriana Mackenzie – Wikipédia, a enciclopédia livre">
            <a:extLst>
              <a:ext uri="{FF2B5EF4-FFF2-40B4-BE49-F238E27FC236}">
                <a16:creationId xmlns:a16="http://schemas.microsoft.com/office/drawing/2014/main" id="{C718C181-1E54-5BF7-3C4D-3798CC653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848" y="26090"/>
            <a:ext cx="31432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AA3B3227-35AC-1A68-6CC2-02B41DDF0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9848" y="1033452"/>
            <a:ext cx="6472428" cy="52911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1400" dirty="0"/>
              <a:t>98,55% das empresas de tecnologia brasileiras estão concentradas em serviços, especialmente software e engenharia;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 desindustrialização brasileira não foi um acaso — foi resultado de políticas públicas, câmbio desfavorável e falta de incentivo à inovação;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O Brasil perdeu protagonismo na produção tecnológica;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 dependência de componentes estrangeiros e a migração para o setor de serviços criaram um vácuo produtivo — e uma oportunidade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065768-16A2-E595-7677-9E8A49D07E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819" y="1333500"/>
            <a:ext cx="5086350" cy="33634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004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1BAE4-89BF-FAC8-0C72-266A3207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FC74F84C-3F6C-DA77-8B99-1029241F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A5FFCB6-6AFC-4CA6-C122-17F693BD9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DEABC5D-909B-B648-7D4F-ADF3A9967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86D94EB-BFD0-21F8-AA95-433D740F30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FFE5E75-8BE3-EC18-D34B-E1CF569AD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39658FF-3A9A-6062-12E7-70FB3430C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A9DF0F8-B605-F094-13D1-85F8E4580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CAAF16F-F6EC-07FA-3E40-A58B0BA8C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26A795D-61B9-BC0A-E357-740138947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E19C0B1-1B20-7955-EF3A-2E275EC4A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EE27503-6A15-CABA-7616-486DB722F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6E4CCF4-C712-F813-723D-A4F30921D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98DF56F1-D17C-6AF7-40A9-FA4301AE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47" y="169164"/>
            <a:ext cx="8367903" cy="6473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cap="all" dirty="0" err="1">
                <a:solidFill>
                  <a:schemeClr val="tx2"/>
                </a:solidFill>
              </a:rPr>
              <a:t>Sobre</a:t>
            </a:r>
            <a:r>
              <a:rPr lang="en-US" sz="3600" b="1" cap="all" dirty="0">
                <a:solidFill>
                  <a:schemeClr val="tx2"/>
                </a:solidFill>
              </a:rPr>
              <a:t> a IKOTEK</a:t>
            </a:r>
          </a:p>
        </p:txBody>
      </p:sp>
      <p:pic>
        <p:nvPicPr>
          <p:cNvPr id="2" name="Picture 2" descr="Universidade Presbiteriana Mackenzie – Wikipédia, a enciclopédia livre">
            <a:extLst>
              <a:ext uri="{FF2B5EF4-FFF2-40B4-BE49-F238E27FC236}">
                <a16:creationId xmlns:a16="http://schemas.microsoft.com/office/drawing/2014/main" id="{6BE0BC45-BA8E-0E10-9002-10AABA09A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848" y="26090"/>
            <a:ext cx="31432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693323FA-C565-DAD2-A448-960911E82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9847" y="1033452"/>
            <a:ext cx="11766604" cy="1700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1400" dirty="0"/>
              <a:t>A </a:t>
            </a:r>
            <a:r>
              <a:rPr lang="pt-BR" sz="1400" dirty="0" err="1"/>
              <a:t>Ikotek</a:t>
            </a:r>
            <a:r>
              <a:rPr lang="pt-BR" sz="1400" dirty="0"/>
              <a:t> é uma empresa de design e manufatura original (ODM) especializada em soluções de IoT e </a:t>
            </a:r>
            <a:r>
              <a:rPr lang="pt-BR" sz="1400" dirty="0" err="1"/>
              <a:t>AIoT</a:t>
            </a:r>
            <a:r>
              <a:rPr lang="pt-BR" sz="1400" dirty="0"/>
              <a:t>, com sede em San Diego, Califórnia. </a:t>
            </a:r>
            <a:br>
              <a:rPr lang="pt-BR" sz="1400" dirty="0"/>
            </a:br>
            <a:r>
              <a:rPr lang="pt-BR" sz="1400" dirty="0"/>
              <a:t>Atua como parceira estratégica para empresas que desejam desenvolver e lançar dispositivos conectados com agilidade e eficiência</a:t>
            </a:r>
          </a:p>
        </p:txBody>
      </p:sp>
      <p:pic>
        <p:nvPicPr>
          <p:cNvPr id="4" name="Picture 3" descr="About Ikotek - Ikotek">
            <a:extLst>
              <a:ext uri="{FF2B5EF4-FFF2-40B4-BE49-F238E27FC236}">
                <a16:creationId xmlns:a16="http://schemas.microsoft.com/office/drawing/2014/main" id="{661E0613-19EF-25FC-DFCA-FC673DA757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73" y="5286375"/>
            <a:ext cx="2534578" cy="126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BDA0E5-EB52-FA68-950A-416A9CC1F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48" y="3303612"/>
            <a:ext cx="8925605" cy="338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5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61037-D8F0-305F-9F24-49269299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D5FB93E1-805D-FB14-2745-F9A5375B1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9FD3FAD-2A07-36D4-B264-9C29CABDC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D5330E2-6492-D84D-5D3F-2D7DFB6C3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0567760-D63F-EC23-4EFC-EF0794791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377C32E-944A-2B6F-03FB-2103DB088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B120A6B-1805-0A0E-3C3F-2FC9616A7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993E62C-1FF4-57DA-C4A0-3BC4A4EFD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7AD3191-2075-BE9B-D918-669D2AC4A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22282AB-12A1-0C45-EC6C-34A5EC850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37DBE2B-E380-5597-32DD-E10CED4C4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A93AEDE-511C-C172-950B-C2ECF1EB8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0DBD412-5818-AB3F-C972-AA8BA9EF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ADCD0E9B-5410-B69F-FD10-3306F34D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47" y="169164"/>
            <a:ext cx="8367903" cy="6473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cap="all" dirty="0" err="1">
                <a:solidFill>
                  <a:schemeClr val="tx2"/>
                </a:solidFill>
              </a:rPr>
              <a:t>Objetivos</a:t>
            </a:r>
            <a:r>
              <a:rPr lang="en-US" sz="3600" b="1" cap="all" dirty="0">
                <a:solidFill>
                  <a:schemeClr val="tx2"/>
                </a:solidFill>
              </a:rPr>
              <a:t> </a:t>
            </a:r>
            <a:r>
              <a:rPr lang="en-US" sz="3600" b="1" cap="all" dirty="0" err="1">
                <a:solidFill>
                  <a:schemeClr val="tx2"/>
                </a:solidFill>
              </a:rPr>
              <a:t>desse</a:t>
            </a:r>
            <a:r>
              <a:rPr lang="en-US" sz="3600" b="1" cap="all" dirty="0">
                <a:solidFill>
                  <a:schemeClr val="tx2"/>
                </a:solidFill>
              </a:rPr>
              <a:t> </a:t>
            </a:r>
            <a:r>
              <a:rPr lang="en-US" sz="3600" b="1" cap="all" dirty="0" err="1">
                <a:solidFill>
                  <a:schemeClr val="tx2"/>
                </a:solidFill>
              </a:rPr>
              <a:t>Estudo</a:t>
            </a:r>
            <a:endParaRPr lang="en-US" sz="3600" b="1" cap="all" dirty="0">
              <a:solidFill>
                <a:schemeClr val="tx2"/>
              </a:solidFill>
            </a:endParaRPr>
          </a:p>
        </p:txBody>
      </p:sp>
      <p:pic>
        <p:nvPicPr>
          <p:cNvPr id="2" name="Picture 2" descr="Universidade Presbiteriana Mackenzie – Wikipédia, a enciclopédia livre">
            <a:extLst>
              <a:ext uri="{FF2B5EF4-FFF2-40B4-BE49-F238E27FC236}">
                <a16:creationId xmlns:a16="http://schemas.microsoft.com/office/drawing/2014/main" id="{F3929819-37B0-DB02-11EA-2ED25EE4F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848" y="26090"/>
            <a:ext cx="31432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3429265C-33E0-C734-9B52-1B15BD138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9847" y="1033451"/>
            <a:ext cx="11766604" cy="5455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1800" dirty="0"/>
              <a:t>Utilizando os dados públicos disponibilizados pela Receita Federal, aos quais serão aplicados filtros geográficos, econômicos e de porte empresarial, e utilizando algoritmos de classificação com o intuito de ranquear as melhores oportunidades do ecossistema nacional de IoT: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Verificando a situação cadastral iremos filtrar quais </a:t>
            </a:r>
            <a:r>
              <a:rPr lang="pt-BR" sz="1800" dirty="0" err="1"/>
              <a:t>emrpesas</a:t>
            </a:r>
            <a:r>
              <a:rPr lang="pt-BR" sz="1800" dirty="0"/>
              <a:t> estão ativas ou não;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Utilizando o CNAE (</a:t>
            </a:r>
            <a:r>
              <a:rPr lang="pt-BR" sz="1800" dirty="0" err="1"/>
              <a:t>Codigo</a:t>
            </a:r>
            <a:r>
              <a:rPr lang="pt-BR" sz="1800" dirty="0"/>
              <a:t> de atividade econômica) iremos classificar as empresas em 4 categorias: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Desenvolvimento de soluções de Software;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Industrialização;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Serviços técnicos especializados;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Serviços de telecomunicações.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Analisando a data de início de atividade poderemos mensurar o crescimento de um setor ou região;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As informações de UF e Município nos darão um norte sobre a distribuição geográfica e região com maior probabilidade de novos negócios.</a:t>
            </a:r>
          </a:p>
        </p:txBody>
      </p:sp>
    </p:spTree>
    <p:extLst>
      <p:ext uri="{BB962C8B-B14F-4D97-AF65-F5344CB8AC3E}">
        <p14:creationId xmlns:p14="http://schemas.microsoft.com/office/powerpoint/2010/main" val="628843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22A71-1CD4-86FE-5065-30025FB2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638953E1-24DE-D961-5404-A201AC880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E367C81-D88D-7332-EA8A-6FCB157BB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B698B2E-5F1F-58B6-2DC4-D2D569465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73DB753-DC49-7535-AB69-4D185F6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D90A887-3EB0-B1FE-081B-987D4C143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7BB3B13-6D81-3630-50AE-C19538EF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2839135-AF2E-7B7F-D3DD-3A91DAD8C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8520B68-ACBB-1407-904E-57DD5B225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CBAD2DC-D93B-913A-0BB4-00BF493998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D4B0EC-8AF2-B229-ADE0-7F1C8809E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9386402-25E9-AE9A-9A30-036784CE0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8DE05EF-988F-04C2-E192-0148438A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1A62D76A-2BAE-B3FD-0A89-688BCB77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47" y="169164"/>
            <a:ext cx="8367903" cy="6473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cap="all" dirty="0" err="1">
                <a:solidFill>
                  <a:schemeClr val="tx2"/>
                </a:solidFill>
              </a:rPr>
              <a:t>Preparação</a:t>
            </a:r>
            <a:r>
              <a:rPr lang="en-US" sz="3600" b="1" cap="all" dirty="0">
                <a:solidFill>
                  <a:schemeClr val="tx2"/>
                </a:solidFill>
              </a:rPr>
              <a:t> dos Dados</a:t>
            </a:r>
          </a:p>
        </p:txBody>
      </p:sp>
      <p:pic>
        <p:nvPicPr>
          <p:cNvPr id="2" name="Picture 2" descr="Universidade Presbiteriana Mackenzie – Wikipédia, a enciclopédia livre">
            <a:extLst>
              <a:ext uri="{FF2B5EF4-FFF2-40B4-BE49-F238E27FC236}">
                <a16:creationId xmlns:a16="http://schemas.microsoft.com/office/drawing/2014/main" id="{24800E64-7DC9-494F-DC6F-1615F9A64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848" y="26090"/>
            <a:ext cx="31432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A5DEE146-2186-D8F2-3F0D-4D50E2B23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9847" y="1033452"/>
            <a:ext cx="11766604" cy="48529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Montagem do repositório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Instalação de dependências e Bibliotecas;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Montagem do banco de dados e montagem do </a:t>
            </a:r>
            <a:r>
              <a:rPr lang="pt-BR" sz="2000" dirty="0" err="1"/>
              <a:t>Dataframe</a:t>
            </a:r>
            <a:r>
              <a:rPr lang="pt-BR" sz="2000" dirty="0"/>
              <a:t>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Realizar a limpeza e preparação dos dados. Esse processo deve conter: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Tratamento de valores ausentes (</a:t>
            </a:r>
            <a:r>
              <a:rPr lang="pt-BR" sz="2000" dirty="0" err="1"/>
              <a:t>missing</a:t>
            </a:r>
            <a:r>
              <a:rPr lang="pt-BR" sz="2000" dirty="0"/>
              <a:t> </a:t>
            </a:r>
            <a:r>
              <a:rPr lang="pt-BR" sz="2000" dirty="0" err="1"/>
              <a:t>values</a:t>
            </a:r>
            <a:r>
              <a:rPr lang="pt-BR" sz="20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Redução de dimensionalidade em bases de dados (Seleção de atributos e instâncias)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Integração de dados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Transformação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336742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78EF7-FD4B-156D-C3FB-9EC9903C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0CFC963-F011-BD55-94EB-9DE644BF1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CB54E49-0D8F-4F19-6A18-B4CAC3DBF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1649D2-6EC7-89A3-9E23-259CDD5A1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6C53EA6-5308-F8E1-A821-C26D03331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497E135-D603-277D-665E-7740EB54B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4DCF3D5-95ED-47C2-7D2D-D706F37CA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96AB07F-0E66-E772-E87F-FE1836764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6141EB7-4CDC-1CFF-8A1A-F5EB48C1C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27C3F79-9A72-D0C4-05EF-15EB03DDB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0A8A0CB-10A9-ABEE-2160-75AF9FD98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5B435BD-766A-E998-588A-6523A5F9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143218D-56D3-D7D9-4CAC-D1F757053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E56C53FC-55B1-23DD-344A-71CE7372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47" y="169164"/>
            <a:ext cx="8367903" cy="6473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cap="all" dirty="0" err="1">
                <a:solidFill>
                  <a:schemeClr val="tx2"/>
                </a:solidFill>
              </a:rPr>
              <a:t>Modelagem</a:t>
            </a:r>
            <a:r>
              <a:rPr lang="en-US" sz="3600" b="1" cap="all" dirty="0">
                <a:solidFill>
                  <a:schemeClr val="tx2"/>
                </a:solidFill>
              </a:rPr>
              <a:t> e </a:t>
            </a:r>
            <a:r>
              <a:rPr lang="en-US" sz="3600" b="1" cap="all" dirty="0" err="1">
                <a:solidFill>
                  <a:schemeClr val="tx2"/>
                </a:solidFill>
              </a:rPr>
              <a:t>TReinamento</a:t>
            </a:r>
            <a:endParaRPr lang="en-US" sz="3600" b="1" cap="all" dirty="0">
              <a:solidFill>
                <a:schemeClr val="tx2"/>
              </a:solidFill>
            </a:endParaRPr>
          </a:p>
        </p:txBody>
      </p:sp>
      <p:pic>
        <p:nvPicPr>
          <p:cNvPr id="2" name="Picture 2" descr="Universidade Presbiteriana Mackenzie – Wikipédia, a enciclopédia livre">
            <a:extLst>
              <a:ext uri="{FF2B5EF4-FFF2-40B4-BE49-F238E27FC236}">
                <a16:creationId xmlns:a16="http://schemas.microsoft.com/office/drawing/2014/main" id="{A1671B1C-8449-0449-6F99-D117E74A8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848" y="26090"/>
            <a:ext cx="31432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4639B856-5016-B2F5-8BD4-6533B36E5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9847" y="1033452"/>
            <a:ext cx="11766604" cy="542889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Bibliotecas Aplicadas;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/>
              <a:t>Dataframe</a:t>
            </a:r>
            <a:r>
              <a:rPr lang="pt-BR" sz="2000" dirty="0"/>
              <a:t>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Tratamento dos Dados;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Criação do novo </a:t>
            </a:r>
            <a:r>
              <a:rPr lang="pt-BR" sz="2000" dirty="0" err="1"/>
              <a:t>Dataframe</a:t>
            </a:r>
            <a:r>
              <a:rPr lang="pt-BR" sz="2000" dirty="0"/>
              <a:t> com os pré-processamentos aplicados;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Modelagem: Regressão logística, Randon Forest e </a:t>
            </a:r>
            <a:r>
              <a:rPr lang="pt-BR" sz="2000" dirty="0" err="1"/>
              <a:t>XGBoost</a:t>
            </a:r>
            <a:r>
              <a:rPr lang="pt-BR" sz="2000" dirty="0"/>
              <a:t>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Treino e Teste;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Validação do melhor modelo utilizando as métricas de: Acurácia, Precisão, Recall, F1 Score, ROC e PR;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Escolha do melhor Modelo: </a:t>
            </a:r>
            <a:r>
              <a:rPr lang="pt-BR" sz="2000" dirty="0" err="1"/>
              <a:t>XGBoost</a:t>
            </a:r>
            <a:r>
              <a:rPr lang="pt-BR" sz="2000" dirty="0"/>
              <a:t>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Classificação com sistema de Score para determinar o top final com as empresas de maior potencial.</a:t>
            </a:r>
          </a:p>
        </p:txBody>
      </p:sp>
    </p:spTree>
    <p:extLst>
      <p:ext uri="{BB962C8B-B14F-4D97-AF65-F5344CB8AC3E}">
        <p14:creationId xmlns:p14="http://schemas.microsoft.com/office/powerpoint/2010/main" val="2240546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F36A5B-7195-E989-D33F-9DA56BF6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C9347BA-EA84-1F80-0F17-6F79266BD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E2528B1-7B27-86F0-12B1-1822FDBFC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2A5AF20-A2FE-90C2-84BD-120C19CED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8859C30-B235-BA44-1E1E-73FF53F3D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9AB8FA2-B896-7FCE-AC1C-42E41F4FE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B7F9AB-FBCE-0E12-63A8-2AC500686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E4071D2-0639-9F09-BBB7-EDFC32B3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09EF50E-BC6C-7C5A-6717-A5AECF27B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5EE76DF-16BC-7506-95E6-61816E692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03EEE66-86DA-642E-7874-8167FB7E8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0099DE3-EEEC-49E6-045D-0F876E3BC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150CD-7CA9-6EEB-3DAD-0E53BCDE0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C0F798A5-A3C2-8176-7DA8-25DCC49E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47" y="169164"/>
            <a:ext cx="8367903" cy="6473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cap="all" dirty="0" err="1">
                <a:solidFill>
                  <a:schemeClr val="tx2"/>
                </a:solidFill>
              </a:rPr>
              <a:t>Conclusão</a:t>
            </a:r>
            <a:endParaRPr lang="en-US" sz="3600" b="1" cap="all" dirty="0">
              <a:solidFill>
                <a:schemeClr val="tx2"/>
              </a:solidFill>
            </a:endParaRPr>
          </a:p>
        </p:txBody>
      </p:sp>
      <p:pic>
        <p:nvPicPr>
          <p:cNvPr id="2" name="Picture 2" descr="Universidade Presbiteriana Mackenzie – Wikipédia, a enciclopédia livre">
            <a:extLst>
              <a:ext uri="{FF2B5EF4-FFF2-40B4-BE49-F238E27FC236}">
                <a16:creationId xmlns:a16="http://schemas.microsoft.com/office/drawing/2014/main" id="{DD93E479-C9E7-5476-7B6C-42ED2F3A4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848" y="26090"/>
            <a:ext cx="31432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30973B46-D5CE-3A36-92FE-234D619EF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9847" y="1033452"/>
            <a:ext cx="11766604" cy="27003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Nosso sistema de classificação foi um sucesso, nos trouxe um mapa confiável de onde estão os clientes certos para a </a:t>
            </a:r>
            <a:r>
              <a:rPr lang="pt-BR" sz="1400" dirty="0" err="1"/>
              <a:t>Ikotek</a:t>
            </a:r>
            <a:r>
              <a:rPr lang="pt-BR" sz="1400" dirty="0"/>
              <a:t> e a determinar um modelo de negocio.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Escalar e investir primeiro onde houver maior possibilidades de negócios e a modelagem de dados nos mostra esse caminho com o sistema de ranqueamento de empresas.</a:t>
            </a:r>
          </a:p>
        </p:txBody>
      </p:sp>
      <p:pic>
        <p:nvPicPr>
          <p:cNvPr id="3" name="Imagem 3">
            <a:extLst>
              <a:ext uri="{FF2B5EF4-FFF2-40B4-BE49-F238E27FC236}">
                <a16:creationId xmlns:a16="http://schemas.microsoft.com/office/drawing/2014/main" id="{10E4B4D0-3CBE-7D3B-9D8C-2F0566EF3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68" y="4041934"/>
            <a:ext cx="6352867" cy="2323714"/>
          </a:xfrm>
          <a:prstGeom prst="rect">
            <a:avLst/>
          </a:prstGeom>
        </p:spPr>
      </p:pic>
      <p:sp>
        <p:nvSpPr>
          <p:cNvPr id="4" name="CaixaDeTexto 5">
            <a:extLst>
              <a:ext uri="{FF2B5EF4-FFF2-40B4-BE49-F238E27FC236}">
                <a16:creationId xmlns:a16="http://schemas.microsoft.com/office/drawing/2014/main" id="{13B66E90-D3B6-139D-CAFD-0A3918257065}"/>
              </a:ext>
            </a:extLst>
          </p:cNvPr>
          <p:cNvSpPr txBox="1"/>
          <p:nvPr/>
        </p:nvSpPr>
        <p:spPr>
          <a:xfrm>
            <a:off x="7451918" y="5019125"/>
            <a:ext cx="4614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800" b="0" i="0" u="none" strike="noStrike" baseline="0" dirty="0">
                <a:latin typeface="CIDFont+F1"/>
              </a:rPr>
              <a:t>Score Final dos clientes mais promissores.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4100044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50A20-0486-1AA3-77C8-8E653C815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62E669-7774-4EAE-BBCE-F9FFE664D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CD485ED-328F-4350-AB3E-F6EA45149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484" y="837483"/>
            <a:ext cx="10500646" cy="4843095"/>
          </a:xfrm>
          <a:custGeom>
            <a:avLst/>
            <a:gdLst>
              <a:gd name="connsiteX0" fmla="*/ 0 w 10052180"/>
              <a:gd name="connsiteY0" fmla="*/ 0 h 4650769"/>
              <a:gd name="connsiteX1" fmla="*/ 10052180 w 10052180"/>
              <a:gd name="connsiteY1" fmla="*/ 0 h 4650769"/>
              <a:gd name="connsiteX2" fmla="*/ 10052180 w 10052180"/>
              <a:gd name="connsiteY2" fmla="*/ 4571218 h 4650769"/>
              <a:gd name="connsiteX3" fmla="*/ 10050702 w 10052180"/>
              <a:gd name="connsiteY3" fmla="*/ 4571562 h 4650769"/>
              <a:gd name="connsiteX4" fmla="*/ 10001878 w 10052180"/>
              <a:gd name="connsiteY4" fmla="*/ 4572066 h 4650769"/>
              <a:gd name="connsiteX5" fmla="*/ 9969638 w 10052180"/>
              <a:gd name="connsiteY5" fmla="*/ 4575824 h 4650769"/>
              <a:gd name="connsiteX6" fmla="*/ 9864299 w 10052180"/>
              <a:gd name="connsiteY6" fmla="*/ 4580290 h 4650769"/>
              <a:gd name="connsiteX7" fmla="*/ 9796089 w 10052180"/>
              <a:gd name="connsiteY7" fmla="*/ 4591897 h 4650769"/>
              <a:gd name="connsiteX8" fmla="*/ 9658617 w 10052180"/>
              <a:gd name="connsiteY8" fmla="*/ 4628572 h 4650769"/>
              <a:gd name="connsiteX9" fmla="*/ 9605787 w 10052180"/>
              <a:gd name="connsiteY9" fmla="*/ 4633374 h 4650769"/>
              <a:gd name="connsiteX10" fmla="*/ 9408928 w 10052180"/>
              <a:gd name="connsiteY10" fmla="*/ 4634030 h 4650769"/>
              <a:gd name="connsiteX11" fmla="*/ 9290980 w 10052180"/>
              <a:gd name="connsiteY11" fmla="*/ 4628234 h 4650769"/>
              <a:gd name="connsiteX12" fmla="*/ 9195937 w 10052180"/>
              <a:gd name="connsiteY12" fmla="*/ 4629562 h 4650769"/>
              <a:gd name="connsiteX13" fmla="*/ 9091821 w 10052180"/>
              <a:gd name="connsiteY13" fmla="*/ 4619955 h 4650769"/>
              <a:gd name="connsiteX14" fmla="*/ 9005324 w 10052180"/>
              <a:gd name="connsiteY14" fmla="*/ 4627981 h 4650769"/>
              <a:gd name="connsiteX15" fmla="*/ 8911383 w 10052180"/>
              <a:gd name="connsiteY15" fmla="*/ 4634700 h 4650769"/>
              <a:gd name="connsiteX16" fmla="*/ 8853295 w 10052180"/>
              <a:gd name="connsiteY16" fmla="*/ 4644792 h 4650769"/>
              <a:gd name="connsiteX17" fmla="*/ 8813991 w 10052180"/>
              <a:gd name="connsiteY17" fmla="*/ 4634596 h 4650769"/>
              <a:gd name="connsiteX18" fmla="*/ 8687179 w 10052180"/>
              <a:gd name="connsiteY18" fmla="*/ 4588065 h 4650769"/>
              <a:gd name="connsiteX19" fmla="*/ 8623955 w 10052180"/>
              <a:gd name="connsiteY19" fmla="*/ 4578046 h 4650769"/>
              <a:gd name="connsiteX20" fmla="*/ 8622786 w 10052180"/>
              <a:gd name="connsiteY20" fmla="*/ 4577305 h 4650769"/>
              <a:gd name="connsiteX21" fmla="*/ 8600904 w 10052180"/>
              <a:gd name="connsiteY21" fmla="*/ 4582918 h 4650769"/>
              <a:gd name="connsiteX22" fmla="*/ 8433071 w 10052180"/>
              <a:gd name="connsiteY22" fmla="*/ 4606234 h 4650769"/>
              <a:gd name="connsiteX23" fmla="*/ 8318071 w 10052180"/>
              <a:gd name="connsiteY23" fmla="*/ 4586590 h 4650769"/>
              <a:gd name="connsiteX24" fmla="*/ 8242424 w 10052180"/>
              <a:gd name="connsiteY24" fmla="*/ 4566486 h 4650769"/>
              <a:gd name="connsiteX25" fmla="*/ 8193517 w 10052180"/>
              <a:gd name="connsiteY25" fmla="*/ 4551756 h 4650769"/>
              <a:gd name="connsiteX26" fmla="*/ 8156253 w 10052180"/>
              <a:gd name="connsiteY26" fmla="*/ 4539485 h 4650769"/>
              <a:gd name="connsiteX27" fmla="*/ 8105237 w 10052180"/>
              <a:gd name="connsiteY27" fmla="*/ 4530754 h 4650769"/>
              <a:gd name="connsiteX28" fmla="*/ 8012182 w 10052180"/>
              <a:gd name="connsiteY28" fmla="*/ 4569955 h 4650769"/>
              <a:gd name="connsiteX29" fmla="*/ 7873023 w 10052180"/>
              <a:gd name="connsiteY29" fmla="*/ 4594395 h 4650769"/>
              <a:gd name="connsiteX30" fmla="*/ 7766598 w 10052180"/>
              <a:gd name="connsiteY30" fmla="*/ 4583182 h 4650769"/>
              <a:gd name="connsiteX31" fmla="*/ 7739745 w 10052180"/>
              <a:gd name="connsiteY31" fmla="*/ 4588115 h 4650769"/>
              <a:gd name="connsiteX32" fmla="*/ 7616434 w 10052180"/>
              <a:gd name="connsiteY32" fmla="*/ 4564808 h 4650769"/>
              <a:gd name="connsiteX33" fmla="*/ 7431215 w 10052180"/>
              <a:gd name="connsiteY33" fmla="*/ 4552516 h 4650769"/>
              <a:gd name="connsiteX34" fmla="*/ 7237422 w 10052180"/>
              <a:gd name="connsiteY34" fmla="*/ 4498285 h 4650769"/>
              <a:gd name="connsiteX35" fmla="*/ 7011658 w 10052180"/>
              <a:gd name="connsiteY35" fmla="*/ 4451218 h 4650769"/>
              <a:gd name="connsiteX36" fmla="*/ 6867111 w 10052180"/>
              <a:gd name="connsiteY36" fmla="*/ 4419048 h 4650769"/>
              <a:gd name="connsiteX37" fmla="*/ 6712288 w 10052180"/>
              <a:gd name="connsiteY37" fmla="*/ 4430721 h 4650769"/>
              <a:gd name="connsiteX38" fmla="*/ 6543149 w 10052180"/>
              <a:gd name="connsiteY38" fmla="*/ 4429858 h 4650769"/>
              <a:gd name="connsiteX39" fmla="*/ 6393064 w 10052180"/>
              <a:gd name="connsiteY39" fmla="*/ 4406561 h 4650769"/>
              <a:gd name="connsiteX40" fmla="*/ 6303049 w 10052180"/>
              <a:gd name="connsiteY40" fmla="*/ 4399385 h 4650769"/>
              <a:gd name="connsiteX41" fmla="*/ 6268511 w 10052180"/>
              <a:gd name="connsiteY41" fmla="*/ 4407283 h 4650769"/>
              <a:gd name="connsiteX42" fmla="*/ 6220512 w 10052180"/>
              <a:gd name="connsiteY42" fmla="*/ 4411171 h 4650769"/>
              <a:gd name="connsiteX43" fmla="*/ 6135538 w 10052180"/>
              <a:gd name="connsiteY43" fmla="*/ 4426253 h 4650769"/>
              <a:gd name="connsiteX44" fmla="*/ 6031127 w 10052180"/>
              <a:gd name="connsiteY44" fmla="*/ 4420204 h 4650769"/>
              <a:gd name="connsiteX45" fmla="*/ 5969808 w 10052180"/>
              <a:gd name="connsiteY45" fmla="*/ 4408049 h 4650769"/>
              <a:gd name="connsiteX46" fmla="*/ 5944950 w 10052180"/>
              <a:gd name="connsiteY46" fmla="*/ 4393767 h 4650769"/>
              <a:gd name="connsiteX47" fmla="*/ 5509282 w 10052180"/>
              <a:gd name="connsiteY47" fmla="*/ 4393767 h 4650769"/>
              <a:gd name="connsiteX48" fmla="*/ 5488183 w 10052180"/>
              <a:gd name="connsiteY48" fmla="*/ 4398554 h 4650769"/>
              <a:gd name="connsiteX49" fmla="*/ 5481447 w 10052180"/>
              <a:gd name="connsiteY49" fmla="*/ 4395975 h 4650769"/>
              <a:gd name="connsiteX50" fmla="*/ 5473864 w 10052180"/>
              <a:gd name="connsiteY50" fmla="*/ 4393767 h 4650769"/>
              <a:gd name="connsiteX51" fmla="*/ 5441368 w 10052180"/>
              <a:gd name="connsiteY51" fmla="*/ 4393767 h 4650769"/>
              <a:gd name="connsiteX52" fmla="*/ 5427734 w 10052180"/>
              <a:gd name="connsiteY52" fmla="*/ 4401537 h 4650769"/>
              <a:gd name="connsiteX53" fmla="*/ 5412372 w 10052180"/>
              <a:gd name="connsiteY53" fmla="*/ 4394628 h 4650769"/>
              <a:gd name="connsiteX54" fmla="*/ 5412559 w 10052180"/>
              <a:gd name="connsiteY54" fmla="*/ 4393767 h 4650769"/>
              <a:gd name="connsiteX55" fmla="*/ 5182205 w 10052180"/>
              <a:gd name="connsiteY55" fmla="*/ 4393767 h 4650769"/>
              <a:gd name="connsiteX56" fmla="*/ 5167180 w 10052180"/>
              <a:gd name="connsiteY56" fmla="*/ 4401547 h 4650769"/>
              <a:gd name="connsiteX57" fmla="*/ 5116191 w 10052180"/>
              <a:gd name="connsiteY57" fmla="*/ 4410857 h 4650769"/>
              <a:gd name="connsiteX58" fmla="*/ 4978049 w 10052180"/>
              <a:gd name="connsiteY58" fmla="*/ 4444099 h 4650769"/>
              <a:gd name="connsiteX59" fmla="*/ 4918199 w 10052180"/>
              <a:gd name="connsiteY59" fmla="*/ 4475969 h 4650769"/>
              <a:gd name="connsiteX60" fmla="*/ 4819404 w 10052180"/>
              <a:gd name="connsiteY60" fmla="*/ 4498170 h 4650769"/>
              <a:gd name="connsiteX61" fmla="*/ 4748850 w 10052180"/>
              <a:gd name="connsiteY61" fmla="*/ 4510039 h 4650769"/>
              <a:gd name="connsiteX62" fmla="*/ 4728909 w 10052180"/>
              <a:gd name="connsiteY62" fmla="*/ 4533669 h 4650769"/>
              <a:gd name="connsiteX63" fmla="*/ 4728624 w 10052180"/>
              <a:gd name="connsiteY63" fmla="*/ 4534109 h 4650769"/>
              <a:gd name="connsiteX64" fmla="*/ 4685733 w 10052180"/>
              <a:gd name="connsiteY64" fmla="*/ 4537269 h 4650769"/>
              <a:gd name="connsiteX65" fmla="*/ 4591811 w 10052180"/>
              <a:gd name="connsiteY65" fmla="*/ 4562739 h 4650769"/>
              <a:gd name="connsiteX66" fmla="*/ 4562217 w 10052180"/>
              <a:gd name="connsiteY66" fmla="*/ 4569392 h 4650769"/>
              <a:gd name="connsiteX67" fmla="*/ 4546453 w 10052180"/>
              <a:gd name="connsiteY67" fmla="*/ 4575327 h 4650769"/>
              <a:gd name="connsiteX68" fmla="*/ 4522757 w 10052180"/>
              <a:gd name="connsiteY68" fmla="*/ 4559783 h 4650769"/>
              <a:gd name="connsiteX69" fmla="*/ 4493193 w 10052180"/>
              <a:gd name="connsiteY69" fmla="*/ 4566418 h 4650769"/>
              <a:gd name="connsiteX70" fmla="*/ 4486309 w 10052180"/>
              <a:gd name="connsiteY70" fmla="*/ 4568571 h 4650769"/>
              <a:gd name="connsiteX71" fmla="*/ 4434522 w 10052180"/>
              <a:gd name="connsiteY71" fmla="*/ 4553363 h 4650769"/>
              <a:gd name="connsiteX72" fmla="*/ 4429460 w 10052180"/>
              <a:gd name="connsiteY72" fmla="*/ 4547302 h 4650769"/>
              <a:gd name="connsiteX73" fmla="*/ 4403505 w 10052180"/>
              <a:gd name="connsiteY73" fmla="*/ 4544604 h 4650769"/>
              <a:gd name="connsiteX74" fmla="*/ 4400557 w 10052180"/>
              <a:gd name="connsiteY74" fmla="*/ 4546201 h 4650769"/>
              <a:gd name="connsiteX75" fmla="*/ 4379030 w 10052180"/>
              <a:gd name="connsiteY75" fmla="*/ 4536886 h 4650769"/>
              <a:gd name="connsiteX76" fmla="*/ 4292758 w 10052180"/>
              <a:gd name="connsiteY76" fmla="*/ 4520332 h 4650769"/>
              <a:gd name="connsiteX77" fmla="*/ 4126934 w 10052180"/>
              <a:gd name="connsiteY77" fmla="*/ 4511325 h 4650769"/>
              <a:gd name="connsiteX78" fmla="*/ 3954199 w 10052180"/>
              <a:gd name="connsiteY78" fmla="*/ 4486409 h 4650769"/>
              <a:gd name="connsiteX79" fmla="*/ 3790501 w 10052180"/>
              <a:gd name="connsiteY79" fmla="*/ 4495445 h 4650769"/>
              <a:gd name="connsiteX80" fmla="*/ 3492963 w 10052180"/>
              <a:gd name="connsiteY80" fmla="*/ 4468480 h 4650769"/>
              <a:gd name="connsiteX81" fmla="*/ 3390904 w 10052180"/>
              <a:gd name="connsiteY81" fmla="*/ 4465867 h 4650769"/>
              <a:gd name="connsiteX82" fmla="*/ 3322528 w 10052180"/>
              <a:gd name="connsiteY82" fmla="*/ 4464799 h 4650769"/>
              <a:gd name="connsiteX83" fmla="*/ 3317795 w 10052180"/>
              <a:gd name="connsiteY83" fmla="*/ 4467272 h 4650769"/>
              <a:gd name="connsiteX84" fmla="*/ 3298702 w 10052180"/>
              <a:gd name="connsiteY84" fmla="*/ 4468689 h 4650769"/>
              <a:gd name="connsiteX85" fmla="*/ 3293503 w 10052180"/>
              <a:gd name="connsiteY85" fmla="*/ 4479690 h 4650769"/>
              <a:gd name="connsiteX86" fmla="*/ 3229705 w 10052180"/>
              <a:gd name="connsiteY86" fmla="*/ 4489069 h 4650769"/>
              <a:gd name="connsiteX87" fmla="*/ 3076109 w 10052180"/>
              <a:gd name="connsiteY87" fmla="*/ 4492987 h 4650769"/>
              <a:gd name="connsiteX88" fmla="*/ 2962379 w 10052180"/>
              <a:gd name="connsiteY88" fmla="*/ 4474229 h 4650769"/>
              <a:gd name="connsiteX89" fmla="*/ 2924375 w 10052180"/>
              <a:gd name="connsiteY89" fmla="*/ 4484334 h 4650769"/>
              <a:gd name="connsiteX90" fmla="*/ 2871297 w 10052180"/>
              <a:gd name="connsiteY90" fmla="*/ 4491313 h 4650769"/>
              <a:gd name="connsiteX91" fmla="*/ 2700663 w 10052180"/>
              <a:gd name="connsiteY91" fmla="*/ 4485036 h 4650769"/>
              <a:gd name="connsiteX92" fmla="*/ 2560084 w 10052180"/>
              <a:gd name="connsiteY92" fmla="*/ 4489523 h 4650769"/>
              <a:gd name="connsiteX93" fmla="*/ 2479658 w 10052180"/>
              <a:gd name="connsiteY93" fmla="*/ 4499250 h 4650769"/>
              <a:gd name="connsiteX94" fmla="*/ 2309526 w 10052180"/>
              <a:gd name="connsiteY94" fmla="*/ 4471569 h 4650769"/>
              <a:gd name="connsiteX95" fmla="*/ 2143849 w 10052180"/>
              <a:gd name="connsiteY95" fmla="*/ 4458678 h 4650769"/>
              <a:gd name="connsiteX96" fmla="*/ 2054460 w 10052180"/>
              <a:gd name="connsiteY96" fmla="*/ 4444435 h 4650769"/>
              <a:gd name="connsiteX97" fmla="*/ 1875690 w 10052180"/>
              <a:gd name="connsiteY97" fmla="*/ 4462877 h 4650769"/>
              <a:gd name="connsiteX98" fmla="*/ 1829588 w 10052180"/>
              <a:gd name="connsiteY98" fmla="*/ 4463680 h 4650769"/>
              <a:gd name="connsiteX99" fmla="*/ 1729685 w 10052180"/>
              <a:gd name="connsiteY99" fmla="*/ 4483196 h 4650769"/>
              <a:gd name="connsiteX100" fmla="*/ 1672107 w 10052180"/>
              <a:gd name="connsiteY100" fmla="*/ 4487209 h 4650769"/>
              <a:gd name="connsiteX101" fmla="*/ 1514794 w 10052180"/>
              <a:gd name="connsiteY101" fmla="*/ 4506035 h 4650769"/>
              <a:gd name="connsiteX102" fmla="*/ 1375355 w 10052180"/>
              <a:gd name="connsiteY102" fmla="*/ 4535286 h 4650769"/>
              <a:gd name="connsiteX103" fmla="*/ 1281723 w 10052180"/>
              <a:gd name="connsiteY103" fmla="*/ 4557767 h 4650769"/>
              <a:gd name="connsiteX104" fmla="*/ 1152251 w 10052180"/>
              <a:gd name="connsiteY104" fmla="*/ 4596280 h 4650769"/>
              <a:gd name="connsiteX105" fmla="*/ 1112386 w 10052180"/>
              <a:gd name="connsiteY105" fmla="*/ 4603999 h 4650769"/>
              <a:gd name="connsiteX106" fmla="*/ 1055042 w 10052180"/>
              <a:gd name="connsiteY106" fmla="*/ 4590297 h 4650769"/>
              <a:gd name="connsiteX107" fmla="*/ 961705 w 10052180"/>
              <a:gd name="connsiteY107" fmla="*/ 4577719 h 4650769"/>
              <a:gd name="connsiteX108" fmla="*/ 875879 w 10052180"/>
              <a:gd name="connsiteY108" fmla="*/ 4564303 h 4650769"/>
              <a:gd name="connsiteX109" fmla="*/ 771366 w 10052180"/>
              <a:gd name="connsiteY109" fmla="*/ 4567383 h 4650769"/>
              <a:gd name="connsiteX110" fmla="*/ 676592 w 10052180"/>
              <a:gd name="connsiteY110" fmla="*/ 4560117 h 4650769"/>
              <a:gd name="connsiteX111" fmla="*/ 558512 w 10052180"/>
              <a:gd name="connsiteY111" fmla="*/ 4558530 h 4650769"/>
              <a:gd name="connsiteX112" fmla="*/ 362079 w 10052180"/>
              <a:gd name="connsiteY112" fmla="*/ 4545572 h 4650769"/>
              <a:gd name="connsiteX113" fmla="*/ 309653 w 10052180"/>
              <a:gd name="connsiteY113" fmla="*/ 4537476 h 4650769"/>
              <a:gd name="connsiteX114" fmla="*/ 174742 w 10052180"/>
              <a:gd name="connsiteY114" fmla="*/ 4492281 h 4650769"/>
              <a:gd name="connsiteX115" fmla="*/ 107390 w 10052180"/>
              <a:gd name="connsiteY115" fmla="*/ 4476433 h 4650769"/>
              <a:gd name="connsiteX116" fmla="*/ 2537 w 10052180"/>
              <a:gd name="connsiteY116" fmla="*/ 4465393 h 4650769"/>
              <a:gd name="connsiteX117" fmla="*/ 0 w 10052180"/>
              <a:gd name="connsiteY117" fmla="*/ 4463105 h 4650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0052180" h="4650769">
                <a:moveTo>
                  <a:pt x="0" y="0"/>
                </a:moveTo>
                <a:lnTo>
                  <a:pt x="10052180" y="0"/>
                </a:lnTo>
                <a:lnTo>
                  <a:pt x="10052180" y="4571218"/>
                </a:lnTo>
                <a:lnTo>
                  <a:pt x="10050702" y="4571562"/>
                </a:lnTo>
                <a:cubicBezTo>
                  <a:pt x="10033695" y="4573943"/>
                  <a:pt x="10017259" y="4574375"/>
                  <a:pt x="10001878" y="4572066"/>
                </a:cubicBezTo>
                <a:cubicBezTo>
                  <a:pt x="9987347" y="4562370"/>
                  <a:pt x="9978539" y="4560848"/>
                  <a:pt x="9969638" y="4575824"/>
                </a:cubicBezTo>
                <a:cubicBezTo>
                  <a:pt x="9931111" y="4571506"/>
                  <a:pt x="9885705" y="4604598"/>
                  <a:pt x="9864299" y="4580290"/>
                </a:cubicBezTo>
                <a:cubicBezTo>
                  <a:pt x="9860644" y="4614890"/>
                  <a:pt x="9811449" y="4560843"/>
                  <a:pt x="9796089" y="4591897"/>
                </a:cubicBezTo>
                <a:cubicBezTo>
                  <a:pt x="9744340" y="4604414"/>
                  <a:pt x="9702353" y="4613016"/>
                  <a:pt x="9658617" y="4628572"/>
                </a:cubicBezTo>
                <a:cubicBezTo>
                  <a:pt x="9625107" y="4639733"/>
                  <a:pt x="9621223" y="4635658"/>
                  <a:pt x="9605787" y="4633374"/>
                </a:cubicBezTo>
                <a:cubicBezTo>
                  <a:pt x="9564172" y="4634284"/>
                  <a:pt x="9459602" y="4639135"/>
                  <a:pt x="9408928" y="4634030"/>
                </a:cubicBezTo>
                <a:cubicBezTo>
                  <a:pt x="9373936" y="4630911"/>
                  <a:pt x="9320962" y="4677031"/>
                  <a:pt x="9290980" y="4628234"/>
                </a:cubicBezTo>
                <a:cubicBezTo>
                  <a:pt x="9269062" y="4638218"/>
                  <a:pt x="9223761" y="4630232"/>
                  <a:pt x="9195937" y="4629562"/>
                </a:cubicBezTo>
                <a:cubicBezTo>
                  <a:pt x="9143088" y="4610116"/>
                  <a:pt x="9133223" y="4633821"/>
                  <a:pt x="9091821" y="4619955"/>
                </a:cubicBezTo>
                <a:cubicBezTo>
                  <a:pt x="9032935" y="4627891"/>
                  <a:pt x="9027183" y="4624471"/>
                  <a:pt x="9005324" y="4627981"/>
                </a:cubicBezTo>
                <a:cubicBezTo>
                  <a:pt x="8967164" y="4640966"/>
                  <a:pt x="8953005" y="4638659"/>
                  <a:pt x="8911383" y="4634700"/>
                </a:cubicBezTo>
                <a:cubicBezTo>
                  <a:pt x="8910140" y="4622209"/>
                  <a:pt x="8861731" y="4642891"/>
                  <a:pt x="8853295" y="4644792"/>
                </a:cubicBezTo>
                <a:cubicBezTo>
                  <a:pt x="8855383" y="4637166"/>
                  <a:pt x="8821677" y="4629387"/>
                  <a:pt x="8813991" y="4634596"/>
                </a:cubicBezTo>
                <a:cubicBezTo>
                  <a:pt x="8714011" y="4640974"/>
                  <a:pt x="8735462" y="4587278"/>
                  <a:pt x="8687179" y="4588065"/>
                </a:cubicBezTo>
                <a:cubicBezTo>
                  <a:pt x="8647941" y="4587885"/>
                  <a:pt x="8644846" y="4590573"/>
                  <a:pt x="8623955" y="4578046"/>
                </a:cubicBezTo>
                <a:lnTo>
                  <a:pt x="8622786" y="4577305"/>
                </a:lnTo>
                <a:lnTo>
                  <a:pt x="8600904" y="4582918"/>
                </a:lnTo>
                <a:cubicBezTo>
                  <a:pt x="8551179" y="4589770"/>
                  <a:pt x="8503007" y="4582778"/>
                  <a:pt x="8433071" y="4606234"/>
                </a:cubicBezTo>
                <a:cubicBezTo>
                  <a:pt x="8391517" y="4597543"/>
                  <a:pt x="8356812" y="4603351"/>
                  <a:pt x="8318071" y="4586590"/>
                </a:cubicBezTo>
                <a:cubicBezTo>
                  <a:pt x="8301780" y="4574528"/>
                  <a:pt x="8258966" y="4594748"/>
                  <a:pt x="8242424" y="4566486"/>
                </a:cubicBezTo>
                <a:cubicBezTo>
                  <a:pt x="8237603" y="4584126"/>
                  <a:pt x="8200783" y="4561583"/>
                  <a:pt x="8193517" y="4551756"/>
                </a:cubicBezTo>
                <a:cubicBezTo>
                  <a:pt x="8181915" y="4557821"/>
                  <a:pt x="8167403" y="4540618"/>
                  <a:pt x="8156253" y="4539485"/>
                </a:cubicBezTo>
                <a:cubicBezTo>
                  <a:pt x="8141597" y="4496572"/>
                  <a:pt x="8127998" y="4557617"/>
                  <a:pt x="8105237" y="4530754"/>
                </a:cubicBezTo>
                <a:cubicBezTo>
                  <a:pt x="8091039" y="4542025"/>
                  <a:pt x="8045973" y="4563365"/>
                  <a:pt x="8012182" y="4569955"/>
                </a:cubicBezTo>
                <a:cubicBezTo>
                  <a:pt x="7945237" y="4585532"/>
                  <a:pt x="7935255" y="4616038"/>
                  <a:pt x="7873023" y="4594395"/>
                </a:cubicBezTo>
                <a:cubicBezTo>
                  <a:pt x="7859384" y="4618199"/>
                  <a:pt x="7761094" y="4535441"/>
                  <a:pt x="7766598" y="4583182"/>
                </a:cubicBezTo>
                <a:cubicBezTo>
                  <a:pt x="7745587" y="4577284"/>
                  <a:pt x="7733182" y="4556528"/>
                  <a:pt x="7739745" y="4588115"/>
                </a:cubicBezTo>
                <a:lnTo>
                  <a:pt x="7616434" y="4564808"/>
                </a:lnTo>
                <a:cubicBezTo>
                  <a:pt x="7546376" y="4561257"/>
                  <a:pt x="7499612" y="4575632"/>
                  <a:pt x="7431215" y="4552516"/>
                </a:cubicBezTo>
                <a:cubicBezTo>
                  <a:pt x="7362500" y="4539342"/>
                  <a:pt x="7331229" y="4514002"/>
                  <a:pt x="7237422" y="4498285"/>
                </a:cubicBezTo>
                <a:cubicBezTo>
                  <a:pt x="7171877" y="4484375"/>
                  <a:pt x="7080174" y="4453116"/>
                  <a:pt x="7011658" y="4451218"/>
                </a:cubicBezTo>
                <a:cubicBezTo>
                  <a:pt x="6935893" y="4414558"/>
                  <a:pt x="6950516" y="4446303"/>
                  <a:pt x="6867111" y="4419048"/>
                </a:cubicBezTo>
                <a:cubicBezTo>
                  <a:pt x="6820640" y="4462144"/>
                  <a:pt x="6759791" y="4426229"/>
                  <a:pt x="6712288" y="4430721"/>
                </a:cubicBezTo>
                <a:cubicBezTo>
                  <a:pt x="6658294" y="4432523"/>
                  <a:pt x="6596353" y="4433885"/>
                  <a:pt x="6543149" y="4429858"/>
                </a:cubicBezTo>
                <a:cubicBezTo>
                  <a:pt x="6505785" y="4400413"/>
                  <a:pt x="6438998" y="4445436"/>
                  <a:pt x="6393064" y="4406561"/>
                </a:cubicBezTo>
                <a:cubicBezTo>
                  <a:pt x="6375470" y="4396073"/>
                  <a:pt x="6316748" y="4386920"/>
                  <a:pt x="6303049" y="4399385"/>
                </a:cubicBezTo>
                <a:cubicBezTo>
                  <a:pt x="6290271" y="4400402"/>
                  <a:pt x="6276955" y="4392864"/>
                  <a:pt x="6268511" y="4407283"/>
                </a:cubicBezTo>
                <a:cubicBezTo>
                  <a:pt x="6255819" y="4424201"/>
                  <a:pt x="6218422" y="4388280"/>
                  <a:pt x="6220512" y="4411171"/>
                </a:cubicBezTo>
                <a:cubicBezTo>
                  <a:pt x="6193829" y="4386375"/>
                  <a:pt x="6162713" y="4421037"/>
                  <a:pt x="6135538" y="4426253"/>
                </a:cubicBezTo>
                <a:cubicBezTo>
                  <a:pt x="6115250" y="4402715"/>
                  <a:pt x="6087532" y="4424859"/>
                  <a:pt x="6031127" y="4420204"/>
                </a:cubicBezTo>
                <a:cubicBezTo>
                  <a:pt x="6014546" y="4399963"/>
                  <a:pt x="5996210" y="4415252"/>
                  <a:pt x="5969808" y="4408049"/>
                </a:cubicBezTo>
                <a:lnTo>
                  <a:pt x="5944950" y="4393767"/>
                </a:lnTo>
                <a:lnTo>
                  <a:pt x="5509282" y="4393767"/>
                </a:lnTo>
                <a:lnTo>
                  <a:pt x="5488183" y="4398554"/>
                </a:lnTo>
                <a:lnTo>
                  <a:pt x="5481447" y="4395975"/>
                </a:lnTo>
                <a:lnTo>
                  <a:pt x="5473864" y="4393767"/>
                </a:lnTo>
                <a:lnTo>
                  <a:pt x="5441368" y="4393767"/>
                </a:lnTo>
                <a:lnTo>
                  <a:pt x="5427734" y="4401537"/>
                </a:lnTo>
                <a:cubicBezTo>
                  <a:pt x="5424659" y="4397308"/>
                  <a:pt x="5420116" y="4394509"/>
                  <a:pt x="5412372" y="4394628"/>
                </a:cubicBezTo>
                <a:lnTo>
                  <a:pt x="5412559" y="4393767"/>
                </a:lnTo>
                <a:lnTo>
                  <a:pt x="5182205" y="4393767"/>
                </a:lnTo>
                <a:lnTo>
                  <a:pt x="5167180" y="4401547"/>
                </a:lnTo>
                <a:cubicBezTo>
                  <a:pt x="5145322" y="4388995"/>
                  <a:pt x="5130136" y="4396666"/>
                  <a:pt x="5116191" y="4410857"/>
                </a:cubicBezTo>
                <a:cubicBezTo>
                  <a:pt x="5069121" y="4410132"/>
                  <a:pt x="5029330" y="4432817"/>
                  <a:pt x="4978049" y="4444099"/>
                </a:cubicBezTo>
                <a:cubicBezTo>
                  <a:pt x="4921746" y="4464946"/>
                  <a:pt x="4952787" y="4460274"/>
                  <a:pt x="4918199" y="4475969"/>
                </a:cubicBezTo>
                <a:lnTo>
                  <a:pt x="4819404" y="4498170"/>
                </a:lnTo>
                <a:lnTo>
                  <a:pt x="4748850" y="4510039"/>
                </a:lnTo>
                <a:lnTo>
                  <a:pt x="4728909" y="4533669"/>
                </a:lnTo>
                <a:lnTo>
                  <a:pt x="4728624" y="4534109"/>
                </a:lnTo>
                <a:lnTo>
                  <a:pt x="4685733" y="4537269"/>
                </a:lnTo>
                <a:cubicBezTo>
                  <a:pt x="4662932" y="4542040"/>
                  <a:pt x="4617689" y="4556675"/>
                  <a:pt x="4591811" y="4562739"/>
                </a:cubicBezTo>
                <a:cubicBezTo>
                  <a:pt x="4568298" y="4558219"/>
                  <a:pt x="4553786" y="4538337"/>
                  <a:pt x="4562217" y="4569392"/>
                </a:cubicBezTo>
                <a:cubicBezTo>
                  <a:pt x="4554496" y="4568788"/>
                  <a:pt x="4549787" y="4571298"/>
                  <a:pt x="4546453" y="4575327"/>
                </a:cubicBezTo>
                <a:lnTo>
                  <a:pt x="4522757" y="4559783"/>
                </a:lnTo>
                <a:lnTo>
                  <a:pt x="4493193" y="4566418"/>
                </a:lnTo>
                <a:lnTo>
                  <a:pt x="4486309" y="4568571"/>
                </a:lnTo>
                <a:lnTo>
                  <a:pt x="4434522" y="4553363"/>
                </a:lnTo>
                <a:lnTo>
                  <a:pt x="4429460" y="4547302"/>
                </a:lnTo>
                <a:cubicBezTo>
                  <a:pt x="4424037" y="4543565"/>
                  <a:pt x="4416331" y="4541821"/>
                  <a:pt x="4403505" y="4544604"/>
                </a:cubicBezTo>
                <a:lnTo>
                  <a:pt x="4400557" y="4546201"/>
                </a:lnTo>
                <a:lnTo>
                  <a:pt x="4379030" y="4536886"/>
                </a:lnTo>
                <a:cubicBezTo>
                  <a:pt x="4372078" y="4532654"/>
                  <a:pt x="4297808" y="4527155"/>
                  <a:pt x="4292758" y="4520332"/>
                </a:cubicBezTo>
                <a:cubicBezTo>
                  <a:pt x="4211493" y="4536974"/>
                  <a:pt x="4205812" y="4507045"/>
                  <a:pt x="4126934" y="4511325"/>
                </a:cubicBezTo>
                <a:cubicBezTo>
                  <a:pt x="4058483" y="4465563"/>
                  <a:pt x="4015465" y="4493211"/>
                  <a:pt x="3954199" y="4486409"/>
                </a:cubicBezTo>
                <a:cubicBezTo>
                  <a:pt x="3895850" y="4481584"/>
                  <a:pt x="3868881" y="4496263"/>
                  <a:pt x="3790501" y="4495445"/>
                </a:cubicBezTo>
                <a:cubicBezTo>
                  <a:pt x="3707431" y="4485284"/>
                  <a:pt x="3586435" y="4490248"/>
                  <a:pt x="3492963" y="4468480"/>
                </a:cubicBezTo>
                <a:cubicBezTo>
                  <a:pt x="3419549" y="4461359"/>
                  <a:pt x="3419311" y="4466480"/>
                  <a:pt x="3390904" y="4465867"/>
                </a:cubicBezTo>
                <a:cubicBezTo>
                  <a:pt x="3381467" y="4468795"/>
                  <a:pt x="3331557" y="4460030"/>
                  <a:pt x="3322528" y="4464799"/>
                </a:cubicBezTo>
                <a:lnTo>
                  <a:pt x="3317795" y="4467272"/>
                </a:lnTo>
                <a:lnTo>
                  <a:pt x="3298702" y="4468689"/>
                </a:lnTo>
                <a:lnTo>
                  <a:pt x="3293503" y="4479690"/>
                </a:lnTo>
                <a:lnTo>
                  <a:pt x="3229705" y="4489069"/>
                </a:lnTo>
                <a:cubicBezTo>
                  <a:pt x="3187202" y="4462144"/>
                  <a:pt x="3151062" y="4494035"/>
                  <a:pt x="3076109" y="4492987"/>
                </a:cubicBezTo>
                <a:cubicBezTo>
                  <a:pt x="3056222" y="4483674"/>
                  <a:pt x="2977114" y="4460921"/>
                  <a:pt x="2962379" y="4474229"/>
                </a:cubicBezTo>
                <a:cubicBezTo>
                  <a:pt x="2948249" y="4476071"/>
                  <a:pt x="2933210" y="4469418"/>
                  <a:pt x="2924375" y="4484334"/>
                </a:cubicBezTo>
                <a:cubicBezTo>
                  <a:pt x="2910921" y="4502015"/>
                  <a:pt x="2868144" y="4468636"/>
                  <a:pt x="2871297" y="4491313"/>
                </a:cubicBezTo>
                <a:cubicBezTo>
                  <a:pt x="2834012" y="4491430"/>
                  <a:pt x="2752532" y="4485335"/>
                  <a:pt x="2700663" y="4485036"/>
                </a:cubicBezTo>
                <a:cubicBezTo>
                  <a:pt x="2675164" y="4459571"/>
                  <a:pt x="2600340" y="4494322"/>
                  <a:pt x="2560084" y="4489523"/>
                </a:cubicBezTo>
                <a:cubicBezTo>
                  <a:pt x="2524760" y="4491171"/>
                  <a:pt x="2521424" y="4504416"/>
                  <a:pt x="2479658" y="4499250"/>
                </a:cubicBezTo>
                <a:cubicBezTo>
                  <a:pt x="2405210" y="4494755"/>
                  <a:pt x="2378207" y="4484444"/>
                  <a:pt x="2309526" y="4471569"/>
                </a:cubicBezTo>
                <a:cubicBezTo>
                  <a:pt x="2231692" y="4461873"/>
                  <a:pt x="2230867" y="4475023"/>
                  <a:pt x="2143849" y="4458678"/>
                </a:cubicBezTo>
                <a:cubicBezTo>
                  <a:pt x="2123776" y="4453795"/>
                  <a:pt x="2075082" y="4453878"/>
                  <a:pt x="2054460" y="4444435"/>
                </a:cubicBezTo>
                <a:cubicBezTo>
                  <a:pt x="2025665" y="4449526"/>
                  <a:pt x="1907402" y="4455434"/>
                  <a:pt x="1875690" y="4462877"/>
                </a:cubicBezTo>
                <a:cubicBezTo>
                  <a:pt x="1830650" y="4467513"/>
                  <a:pt x="1869806" y="4459610"/>
                  <a:pt x="1829588" y="4463680"/>
                </a:cubicBezTo>
                <a:cubicBezTo>
                  <a:pt x="1791050" y="4448543"/>
                  <a:pt x="1782985" y="4472982"/>
                  <a:pt x="1729685" y="4483196"/>
                </a:cubicBezTo>
                <a:cubicBezTo>
                  <a:pt x="1707743" y="4468503"/>
                  <a:pt x="1689784" y="4474556"/>
                  <a:pt x="1672107" y="4487209"/>
                </a:cubicBezTo>
                <a:cubicBezTo>
                  <a:pt x="1620500" y="4481667"/>
                  <a:pt x="1573015" y="4500097"/>
                  <a:pt x="1514794" y="4506035"/>
                </a:cubicBezTo>
                <a:cubicBezTo>
                  <a:pt x="1452269" y="4488005"/>
                  <a:pt x="1437575" y="4529096"/>
                  <a:pt x="1375355" y="4535286"/>
                </a:cubicBezTo>
                <a:cubicBezTo>
                  <a:pt x="1321736" y="4564899"/>
                  <a:pt x="1333953" y="4560797"/>
                  <a:pt x="1281723" y="4557767"/>
                </a:cubicBezTo>
                <a:cubicBezTo>
                  <a:pt x="1233584" y="4553963"/>
                  <a:pt x="1251636" y="4608894"/>
                  <a:pt x="1152251" y="4596280"/>
                </a:cubicBezTo>
                <a:cubicBezTo>
                  <a:pt x="1144905" y="4590601"/>
                  <a:pt x="1110779" y="4596258"/>
                  <a:pt x="1112386" y="4603999"/>
                </a:cubicBezTo>
                <a:cubicBezTo>
                  <a:pt x="1104086" y="4601575"/>
                  <a:pt x="1057064" y="4577908"/>
                  <a:pt x="1055042" y="4590297"/>
                </a:cubicBezTo>
                <a:cubicBezTo>
                  <a:pt x="1013255" y="4591647"/>
                  <a:pt x="998979" y="4593064"/>
                  <a:pt x="961705" y="4577719"/>
                </a:cubicBezTo>
                <a:cubicBezTo>
                  <a:pt x="940108" y="4572850"/>
                  <a:pt x="934154" y="4575904"/>
                  <a:pt x="875879" y="4564303"/>
                </a:cubicBezTo>
                <a:cubicBezTo>
                  <a:pt x="833691" y="4575554"/>
                  <a:pt x="825327" y="4551279"/>
                  <a:pt x="771366" y="4567383"/>
                </a:cubicBezTo>
                <a:cubicBezTo>
                  <a:pt x="743555" y="4566313"/>
                  <a:pt x="697843" y="4571452"/>
                  <a:pt x="676592" y="4560117"/>
                </a:cubicBezTo>
                <a:cubicBezTo>
                  <a:pt x="643619" y="4606945"/>
                  <a:pt x="593631" y="4557605"/>
                  <a:pt x="558512" y="4558530"/>
                </a:cubicBezTo>
                <a:cubicBezTo>
                  <a:pt x="507618" y="4560458"/>
                  <a:pt x="403556" y="4549081"/>
                  <a:pt x="362079" y="4545572"/>
                </a:cubicBezTo>
                <a:cubicBezTo>
                  <a:pt x="346531" y="4546886"/>
                  <a:pt x="342400" y="4550710"/>
                  <a:pt x="309653" y="4537476"/>
                </a:cubicBezTo>
                <a:cubicBezTo>
                  <a:pt x="266974" y="4519218"/>
                  <a:pt x="225607" y="4508008"/>
                  <a:pt x="174742" y="4492281"/>
                </a:cubicBezTo>
                <a:cubicBezTo>
                  <a:pt x="161353" y="4460328"/>
                  <a:pt x="108876" y="4511194"/>
                  <a:pt x="107390" y="4476433"/>
                </a:cubicBezTo>
                <a:cubicBezTo>
                  <a:pt x="84507" y="4499356"/>
                  <a:pt x="41258" y="4463491"/>
                  <a:pt x="2537" y="4465393"/>
                </a:cubicBezTo>
                <a:lnTo>
                  <a:pt x="0" y="446310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9AF87AB-9EEC-F3BE-38A8-D78CF169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241729"/>
            <a:ext cx="10220960" cy="1572591"/>
          </a:xfrm>
        </p:spPr>
        <p:txBody>
          <a:bodyPr anchor="b">
            <a:normAutofit/>
          </a:bodyPr>
          <a:lstStyle/>
          <a:p>
            <a:r>
              <a:rPr lang="pt-BR" sz="4800" dirty="0"/>
              <a:t>Obrigado!!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5353D259-DA18-451D-9A95-02198BF55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546282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650" name="Picture 2" descr="Mackenzie logo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57981" y="5174912"/>
            <a:ext cx="7660640" cy="21887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98955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885</TotalTime>
  <Words>637</Words>
  <Application>Microsoft Office PowerPoint</Application>
  <PresentationFormat>Widescreen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CIDFont+F1</vt:lpstr>
      <vt:lpstr>Tema do Office</vt:lpstr>
      <vt:lpstr>PowerPoint Presentation</vt:lpstr>
      <vt:lpstr>Gustavo Azevedo Gomyde Gustavo Santiago Zarpelão Pablo Rodrigo Dias RICARDO DE OLIVEIRA VIEIRA FRANCO</vt:lpstr>
      <vt:lpstr>O Brasil em transformação</vt:lpstr>
      <vt:lpstr>Onde estão as oportunidades reais ?</vt:lpstr>
      <vt:lpstr>Sobre a IKOTEK</vt:lpstr>
      <vt:lpstr>Objetivos desse Estudo</vt:lpstr>
      <vt:lpstr>Preparação dos Dados</vt:lpstr>
      <vt:lpstr>Modelagem e TReinamento</vt:lpstr>
      <vt:lpstr>Conclusão</vt:lpstr>
      <vt:lpstr>Obrigado!!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Isabela Kazue</dc:creator>
  <cp:lastModifiedBy>Ricardo Franco</cp:lastModifiedBy>
  <cp:revision>42</cp:revision>
  <dcterms:created xsi:type="dcterms:W3CDTF">2025-05-10T13:45:57Z</dcterms:created>
  <dcterms:modified xsi:type="dcterms:W3CDTF">2025-11-21T02:01:51Z</dcterms:modified>
</cp:coreProperties>
</file>